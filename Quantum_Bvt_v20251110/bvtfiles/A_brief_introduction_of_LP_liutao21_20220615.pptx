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7" r:id="rId5"/>
    <p:sldMasterId id="2147483700" r:id="rId6"/>
  </p:sldMasterIdLst>
  <p:notesMasterIdLst>
    <p:notesMasterId r:id="rId17"/>
  </p:notesMasterIdLst>
  <p:sldIdLst>
    <p:sldId id="314" r:id="rId7"/>
    <p:sldId id="2838" r:id="rId8"/>
    <p:sldId id="2827" r:id="rId9"/>
    <p:sldId id="2836" r:id="rId10"/>
    <p:sldId id="2849" r:id="rId11"/>
    <p:sldId id="2851" r:id="rId12"/>
    <p:sldId id="2850" r:id="rId13"/>
    <p:sldId id="2852" r:id="rId14"/>
    <p:sldId id="2853" r:id="rId15"/>
    <p:sldId id="27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o Tao21 Liu" initials="TTL" lastIdx="1" clrIdx="0">
    <p:extLst>
      <p:ext uri="{19B8F6BF-5375-455C-9EA6-DF929625EA0E}">
        <p15:presenceInfo xmlns:p15="http://schemas.microsoft.com/office/powerpoint/2012/main" userId="S::liutao21@Lenovo.com::6cbee5d0-bde7-45da-ad80-1381e7b7d7e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9B26"/>
    <a:srgbClr val="445469"/>
    <a:srgbClr val="1EA185"/>
    <a:srgbClr val="BD392F"/>
    <a:srgbClr val="BFBFBF"/>
    <a:srgbClr val="532951"/>
    <a:srgbClr val="9BBB5C"/>
    <a:srgbClr val="9DC9A3"/>
    <a:srgbClr val="F16A57"/>
    <a:srgbClr val="E96C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03447BB-5D67-496B-8E87-E561075AD55C}" styleName="深色样式 1 - 强调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14" autoAdjust="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E72D19-DF31-4332-8710-48DE8A9302EF}" type="datetimeFigureOut">
              <a:rPr lang="zh-CN" altLang="en-US" smtClean="0"/>
              <a:t>2022/6/22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FC931E-E4D5-4CE3-893D-D2FC2BE064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078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501B4CD1-BCD4-4D7C-A246-0DBEBF3FD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32CF03AF-5646-4C29-AEE9-0D7E82210C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CCF72B4F-81AE-4215-A580-089F3A4291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ECEC74-23A1-4204-A832-8858976E71EF}" type="slidenum">
              <a:rPr lang="en-US" altLang="zh-CN" sz="800"/>
              <a:pPr/>
              <a:t>1</a:t>
            </a:fld>
            <a:endParaRPr lang="en-US" altLang="zh-CN" sz="8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501B4CD1-BCD4-4D7C-A246-0DBEBF3FD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32CF03AF-5646-4C29-AEE9-0D7E82210C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CCF72B4F-81AE-4215-A580-089F3A4291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ECEC74-23A1-4204-A832-8858976E71EF}" type="slidenum">
              <a:rPr lang="en-US" altLang="zh-CN" sz="800"/>
              <a:pPr/>
              <a:t>2</a:t>
            </a:fld>
            <a:endParaRPr lang="en-US" altLang="zh-CN" sz="800"/>
          </a:p>
        </p:txBody>
      </p:sp>
    </p:spTree>
    <p:extLst>
      <p:ext uri="{BB962C8B-B14F-4D97-AF65-F5344CB8AC3E}">
        <p14:creationId xmlns:p14="http://schemas.microsoft.com/office/powerpoint/2010/main" val="3350522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C931E-E4D5-4CE3-893D-D2FC2BE064B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667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C931E-E4D5-4CE3-893D-D2FC2BE064B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128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C931E-E4D5-4CE3-893D-D2FC2BE064B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149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C931E-E4D5-4CE3-893D-D2FC2BE064B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27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C931E-E4D5-4CE3-893D-D2FC2BE064B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694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C931E-E4D5-4CE3-893D-D2FC2BE064B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079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C931E-E4D5-4CE3-893D-D2FC2BE064B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927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987" rtl="0" eaLnBrk="1" latinLnBrk="0" hangingPunct="1">
              <a:lnSpc>
                <a:spcPts val="7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Three Lines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2118" name="Group 2117"/>
          <p:cNvGrpSpPr/>
          <p:nvPr userDrawn="1"/>
        </p:nvGrpSpPr>
        <p:grpSpPr>
          <a:xfrm rot="16200000">
            <a:off x="10144785" y="2414553"/>
            <a:ext cx="3070226" cy="1024204"/>
            <a:chOff x="12801600" y="2792413"/>
            <a:chExt cx="3070226" cy="1023937"/>
          </a:xfrm>
        </p:grpSpPr>
        <p:sp>
          <p:nvSpPr>
            <p:cNvPr id="122" name="Freeform 137"/>
            <p:cNvSpPr>
              <a:spLocks/>
            </p:cNvSpPr>
            <p:nvPr userDrawn="1"/>
          </p:nvSpPr>
          <p:spPr bwMode="auto">
            <a:xfrm>
              <a:off x="15401925" y="3484563"/>
              <a:ext cx="469900" cy="293687"/>
            </a:xfrm>
            <a:custGeom>
              <a:avLst/>
              <a:gdLst>
                <a:gd name="T0" fmla="*/ 295 w 296"/>
                <a:gd name="T1" fmla="*/ 0 h 185"/>
                <a:gd name="T2" fmla="*/ 0 w 296"/>
                <a:gd name="T3" fmla="*/ 2 h 185"/>
                <a:gd name="T4" fmla="*/ 108 w 296"/>
                <a:gd name="T5" fmla="*/ 185 h 185"/>
                <a:gd name="T6" fmla="*/ 295 w 296"/>
                <a:gd name="T7" fmla="*/ 128 h 185"/>
                <a:gd name="T8" fmla="*/ 296 w 296"/>
                <a:gd name="T9" fmla="*/ 128 h 185"/>
                <a:gd name="T10" fmla="*/ 296 w 296"/>
                <a:gd name="T11" fmla="*/ 0 h 185"/>
                <a:gd name="T12" fmla="*/ 295 w 296"/>
                <a:gd name="T13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185">
                  <a:moveTo>
                    <a:pt x="295" y="0"/>
                  </a:moveTo>
                  <a:lnTo>
                    <a:pt x="0" y="2"/>
                  </a:lnTo>
                  <a:lnTo>
                    <a:pt x="108" y="185"/>
                  </a:lnTo>
                  <a:lnTo>
                    <a:pt x="295" y="128"/>
                  </a:lnTo>
                  <a:lnTo>
                    <a:pt x="296" y="128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3" name="Freeform 138"/>
            <p:cNvSpPr>
              <a:spLocks/>
            </p:cNvSpPr>
            <p:nvPr userDrawn="1"/>
          </p:nvSpPr>
          <p:spPr bwMode="auto">
            <a:xfrm>
              <a:off x="14303375" y="2792413"/>
              <a:ext cx="806450" cy="171450"/>
            </a:xfrm>
            <a:custGeom>
              <a:avLst/>
              <a:gdLst>
                <a:gd name="T0" fmla="*/ 100 w 508"/>
                <a:gd name="T1" fmla="*/ 9 h 108"/>
                <a:gd name="T2" fmla="*/ 0 w 508"/>
                <a:gd name="T3" fmla="*/ 108 h 108"/>
                <a:gd name="T4" fmla="*/ 465 w 508"/>
                <a:gd name="T5" fmla="*/ 9 h 108"/>
                <a:gd name="T6" fmla="*/ 508 w 508"/>
                <a:gd name="T7" fmla="*/ 0 h 108"/>
                <a:gd name="T8" fmla="*/ 109 w 508"/>
                <a:gd name="T9" fmla="*/ 0 h 108"/>
                <a:gd name="T10" fmla="*/ 100 w 508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8" h="108">
                  <a:moveTo>
                    <a:pt x="100" y="9"/>
                  </a:moveTo>
                  <a:lnTo>
                    <a:pt x="0" y="108"/>
                  </a:lnTo>
                  <a:lnTo>
                    <a:pt x="465" y="9"/>
                  </a:lnTo>
                  <a:lnTo>
                    <a:pt x="508" y="0"/>
                  </a:lnTo>
                  <a:lnTo>
                    <a:pt x="109" y="0"/>
                  </a:lnTo>
                  <a:lnTo>
                    <a:pt x="100" y="9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4" name="Freeform 139"/>
            <p:cNvSpPr>
              <a:spLocks/>
            </p:cNvSpPr>
            <p:nvPr userDrawn="1"/>
          </p:nvSpPr>
          <p:spPr bwMode="auto">
            <a:xfrm>
              <a:off x="12812713" y="3275013"/>
              <a:ext cx="393700" cy="541337"/>
            </a:xfrm>
            <a:custGeom>
              <a:avLst/>
              <a:gdLst>
                <a:gd name="T0" fmla="*/ 66 w 248"/>
                <a:gd name="T1" fmla="*/ 0 h 341"/>
                <a:gd name="T2" fmla="*/ 3 w 248"/>
                <a:gd name="T3" fmla="*/ 329 h 341"/>
                <a:gd name="T4" fmla="*/ 0 w 248"/>
                <a:gd name="T5" fmla="*/ 341 h 341"/>
                <a:gd name="T6" fmla="*/ 3 w 248"/>
                <a:gd name="T7" fmla="*/ 341 h 341"/>
                <a:gd name="T8" fmla="*/ 192 w 248"/>
                <a:gd name="T9" fmla="*/ 341 h 341"/>
                <a:gd name="T10" fmla="*/ 248 w 248"/>
                <a:gd name="T11" fmla="*/ 341 h 341"/>
                <a:gd name="T12" fmla="*/ 245 w 248"/>
                <a:gd name="T13" fmla="*/ 336 h 341"/>
                <a:gd name="T14" fmla="*/ 66 w 248"/>
                <a:gd name="T15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8" h="341">
                  <a:moveTo>
                    <a:pt x="66" y="0"/>
                  </a:moveTo>
                  <a:lnTo>
                    <a:pt x="3" y="329"/>
                  </a:lnTo>
                  <a:lnTo>
                    <a:pt x="0" y="341"/>
                  </a:lnTo>
                  <a:lnTo>
                    <a:pt x="3" y="341"/>
                  </a:lnTo>
                  <a:lnTo>
                    <a:pt x="192" y="341"/>
                  </a:lnTo>
                  <a:lnTo>
                    <a:pt x="248" y="341"/>
                  </a:lnTo>
                  <a:lnTo>
                    <a:pt x="245" y="336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5" name="Freeform 140"/>
            <p:cNvSpPr>
              <a:spLocks/>
            </p:cNvSpPr>
            <p:nvPr userDrawn="1"/>
          </p:nvSpPr>
          <p:spPr bwMode="auto">
            <a:xfrm>
              <a:off x="15241588" y="3487738"/>
              <a:ext cx="168275" cy="328612"/>
            </a:xfrm>
            <a:custGeom>
              <a:avLst/>
              <a:gdLst>
                <a:gd name="T0" fmla="*/ 101 w 106"/>
                <a:gd name="T1" fmla="*/ 0 h 207"/>
                <a:gd name="T2" fmla="*/ 0 w 106"/>
                <a:gd name="T3" fmla="*/ 171 h 207"/>
                <a:gd name="T4" fmla="*/ 20 w 106"/>
                <a:gd name="T5" fmla="*/ 207 h 207"/>
                <a:gd name="T6" fmla="*/ 106 w 106"/>
                <a:gd name="T7" fmla="*/ 207 h 207"/>
                <a:gd name="T8" fmla="*/ 101 w 106"/>
                <a:gd name="T9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207">
                  <a:moveTo>
                    <a:pt x="101" y="0"/>
                  </a:moveTo>
                  <a:lnTo>
                    <a:pt x="0" y="171"/>
                  </a:lnTo>
                  <a:lnTo>
                    <a:pt x="20" y="207"/>
                  </a:lnTo>
                  <a:lnTo>
                    <a:pt x="106" y="20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6" name="Freeform 141"/>
            <p:cNvSpPr>
              <a:spLocks/>
            </p:cNvSpPr>
            <p:nvPr userDrawn="1"/>
          </p:nvSpPr>
          <p:spPr bwMode="auto">
            <a:xfrm>
              <a:off x="14303375" y="2963863"/>
              <a:ext cx="268288" cy="741362"/>
            </a:xfrm>
            <a:custGeom>
              <a:avLst/>
              <a:gdLst>
                <a:gd name="T0" fmla="*/ 30 w 169"/>
                <a:gd name="T1" fmla="*/ 467 h 467"/>
                <a:gd name="T2" fmla="*/ 169 w 169"/>
                <a:gd name="T3" fmla="*/ 103 h 467"/>
                <a:gd name="T4" fmla="*/ 0 w 169"/>
                <a:gd name="T5" fmla="*/ 0 h 467"/>
                <a:gd name="T6" fmla="*/ 30 w 169"/>
                <a:gd name="T7" fmla="*/ 46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9" h="467">
                  <a:moveTo>
                    <a:pt x="30" y="467"/>
                  </a:moveTo>
                  <a:lnTo>
                    <a:pt x="169" y="103"/>
                  </a:lnTo>
                  <a:lnTo>
                    <a:pt x="0" y="0"/>
                  </a:lnTo>
                  <a:lnTo>
                    <a:pt x="30" y="467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7" name="Freeform 142"/>
            <p:cNvSpPr>
              <a:spLocks/>
            </p:cNvSpPr>
            <p:nvPr userDrawn="1"/>
          </p:nvSpPr>
          <p:spPr bwMode="auto">
            <a:xfrm>
              <a:off x="12801600" y="3275013"/>
              <a:ext cx="115888" cy="541337"/>
            </a:xfrm>
            <a:custGeom>
              <a:avLst/>
              <a:gdLst>
                <a:gd name="T0" fmla="*/ 0 w 73"/>
                <a:gd name="T1" fmla="*/ 82 h 341"/>
                <a:gd name="T2" fmla="*/ 0 w 73"/>
                <a:gd name="T3" fmla="*/ 341 h 341"/>
                <a:gd name="T4" fmla="*/ 6 w 73"/>
                <a:gd name="T5" fmla="*/ 341 h 341"/>
                <a:gd name="T6" fmla="*/ 7 w 73"/>
                <a:gd name="T7" fmla="*/ 341 h 341"/>
                <a:gd name="T8" fmla="*/ 10 w 73"/>
                <a:gd name="T9" fmla="*/ 329 h 341"/>
                <a:gd name="T10" fmla="*/ 73 w 73"/>
                <a:gd name="T11" fmla="*/ 0 h 341"/>
                <a:gd name="T12" fmla="*/ 10 w 73"/>
                <a:gd name="T13" fmla="*/ 71 h 341"/>
                <a:gd name="T14" fmla="*/ 0 w 73"/>
                <a:gd name="T15" fmla="*/ 8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341">
                  <a:moveTo>
                    <a:pt x="0" y="82"/>
                  </a:moveTo>
                  <a:lnTo>
                    <a:pt x="0" y="341"/>
                  </a:lnTo>
                  <a:lnTo>
                    <a:pt x="6" y="341"/>
                  </a:lnTo>
                  <a:lnTo>
                    <a:pt x="7" y="341"/>
                  </a:lnTo>
                  <a:lnTo>
                    <a:pt x="10" y="329"/>
                  </a:lnTo>
                  <a:lnTo>
                    <a:pt x="73" y="0"/>
                  </a:lnTo>
                  <a:lnTo>
                    <a:pt x="10" y="71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8" name="Freeform 143"/>
            <p:cNvSpPr>
              <a:spLocks/>
            </p:cNvSpPr>
            <p:nvPr userDrawn="1"/>
          </p:nvSpPr>
          <p:spPr bwMode="auto">
            <a:xfrm>
              <a:off x="12917488" y="2963863"/>
              <a:ext cx="1385888" cy="311150"/>
            </a:xfrm>
            <a:custGeom>
              <a:avLst/>
              <a:gdLst>
                <a:gd name="T0" fmla="*/ 655 w 873"/>
                <a:gd name="T1" fmla="*/ 187 h 196"/>
                <a:gd name="T2" fmla="*/ 873 w 873"/>
                <a:gd name="T3" fmla="*/ 0 h 196"/>
                <a:gd name="T4" fmla="*/ 0 w 873"/>
                <a:gd name="T5" fmla="*/ 196 h 196"/>
                <a:gd name="T6" fmla="*/ 655 w 873"/>
                <a:gd name="T7" fmla="*/ 187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3" h="196">
                  <a:moveTo>
                    <a:pt x="655" y="187"/>
                  </a:moveTo>
                  <a:lnTo>
                    <a:pt x="873" y="0"/>
                  </a:lnTo>
                  <a:lnTo>
                    <a:pt x="0" y="196"/>
                  </a:lnTo>
                  <a:lnTo>
                    <a:pt x="655" y="187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9" name="Freeform 144"/>
            <p:cNvSpPr>
              <a:spLocks/>
            </p:cNvSpPr>
            <p:nvPr userDrawn="1"/>
          </p:nvSpPr>
          <p:spPr bwMode="auto">
            <a:xfrm>
              <a:off x="14351000" y="2792413"/>
              <a:ext cx="822325" cy="912812"/>
            </a:xfrm>
            <a:custGeom>
              <a:avLst/>
              <a:gdLst>
                <a:gd name="T0" fmla="*/ 513 w 518"/>
                <a:gd name="T1" fmla="*/ 0 h 575"/>
                <a:gd name="T2" fmla="*/ 505 w 518"/>
                <a:gd name="T3" fmla="*/ 9 h 575"/>
                <a:gd name="T4" fmla="*/ 499 w 518"/>
                <a:gd name="T5" fmla="*/ 16 h 575"/>
                <a:gd name="T6" fmla="*/ 0 w 518"/>
                <a:gd name="T7" fmla="*/ 575 h 575"/>
                <a:gd name="T8" fmla="*/ 410 w 518"/>
                <a:gd name="T9" fmla="*/ 246 h 575"/>
                <a:gd name="T10" fmla="*/ 512 w 518"/>
                <a:gd name="T11" fmla="*/ 14 h 575"/>
                <a:gd name="T12" fmla="*/ 514 w 518"/>
                <a:gd name="T13" fmla="*/ 9 h 575"/>
                <a:gd name="T14" fmla="*/ 518 w 518"/>
                <a:gd name="T15" fmla="*/ 0 h 575"/>
                <a:gd name="T16" fmla="*/ 513 w 518"/>
                <a:gd name="T17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8" h="575">
                  <a:moveTo>
                    <a:pt x="513" y="0"/>
                  </a:moveTo>
                  <a:lnTo>
                    <a:pt x="505" y="9"/>
                  </a:lnTo>
                  <a:lnTo>
                    <a:pt x="499" y="16"/>
                  </a:lnTo>
                  <a:lnTo>
                    <a:pt x="0" y="575"/>
                  </a:lnTo>
                  <a:lnTo>
                    <a:pt x="410" y="246"/>
                  </a:lnTo>
                  <a:lnTo>
                    <a:pt x="512" y="14"/>
                  </a:lnTo>
                  <a:lnTo>
                    <a:pt x="514" y="9"/>
                  </a:lnTo>
                  <a:lnTo>
                    <a:pt x="518" y="0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0" name="Freeform 145"/>
            <p:cNvSpPr>
              <a:spLocks/>
            </p:cNvSpPr>
            <p:nvPr userDrawn="1"/>
          </p:nvSpPr>
          <p:spPr bwMode="auto">
            <a:xfrm>
              <a:off x="12801600" y="3143250"/>
              <a:ext cx="115888" cy="131762"/>
            </a:xfrm>
            <a:custGeom>
              <a:avLst/>
              <a:gdLst>
                <a:gd name="T0" fmla="*/ 0 w 73"/>
                <a:gd name="T1" fmla="*/ 0 h 83"/>
                <a:gd name="T2" fmla="*/ 0 w 73"/>
                <a:gd name="T3" fmla="*/ 52 h 83"/>
                <a:gd name="T4" fmla="*/ 10 w 73"/>
                <a:gd name="T5" fmla="*/ 56 h 83"/>
                <a:gd name="T6" fmla="*/ 73 w 73"/>
                <a:gd name="T7" fmla="*/ 83 h 83"/>
                <a:gd name="T8" fmla="*/ 10 w 73"/>
                <a:gd name="T9" fmla="*/ 11 h 83"/>
                <a:gd name="T10" fmla="*/ 0 w 73"/>
                <a:gd name="T11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3">
                  <a:moveTo>
                    <a:pt x="0" y="0"/>
                  </a:moveTo>
                  <a:lnTo>
                    <a:pt x="0" y="52"/>
                  </a:lnTo>
                  <a:lnTo>
                    <a:pt x="10" y="56"/>
                  </a:lnTo>
                  <a:lnTo>
                    <a:pt x="73" y="83"/>
                  </a:lnTo>
                  <a:lnTo>
                    <a:pt x="1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1" name="Freeform 146"/>
            <p:cNvSpPr>
              <a:spLocks/>
            </p:cNvSpPr>
            <p:nvPr userDrawn="1"/>
          </p:nvSpPr>
          <p:spPr bwMode="auto">
            <a:xfrm>
              <a:off x="15228888" y="2792413"/>
              <a:ext cx="642938" cy="136525"/>
            </a:xfrm>
            <a:custGeom>
              <a:avLst/>
              <a:gdLst>
                <a:gd name="T0" fmla="*/ 404 w 405"/>
                <a:gd name="T1" fmla="*/ 0 h 86"/>
                <a:gd name="T2" fmla="*/ 40 w 405"/>
                <a:gd name="T3" fmla="*/ 0 h 86"/>
                <a:gd name="T4" fmla="*/ 0 w 405"/>
                <a:gd name="T5" fmla="*/ 0 h 86"/>
                <a:gd name="T6" fmla="*/ 14 w 405"/>
                <a:gd name="T7" fmla="*/ 4 h 86"/>
                <a:gd name="T8" fmla="*/ 30 w 405"/>
                <a:gd name="T9" fmla="*/ 9 h 86"/>
                <a:gd name="T10" fmla="*/ 290 w 405"/>
                <a:gd name="T11" fmla="*/ 86 h 86"/>
                <a:gd name="T12" fmla="*/ 404 w 405"/>
                <a:gd name="T13" fmla="*/ 44 h 86"/>
                <a:gd name="T14" fmla="*/ 405 w 405"/>
                <a:gd name="T15" fmla="*/ 43 h 86"/>
                <a:gd name="T16" fmla="*/ 405 w 405"/>
                <a:gd name="T17" fmla="*/ 9 h 86"/>
                <a:gd name="T18" fmla="*/ 405 w 405"/>
                <a:gd name="T19" fmla="*/ 0 h 86"/>
                <a:gd name="T20" fmla="*/ 404 w 405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5" h="86">
                  <a:moveTo>
                    <a:pt x="404" y="0"/>
                  </a:moveTo>
                  <a:lnTo>
                    <a:pt x="40" y="0"/>
                  </a:lnTo>
                  <a:lnTo>
                    <a:pt x="0" y="0"/>
                  </a:lnTo>
                  <a:lnTo>
                    <a:pt x="14" y="4"/>
                  </a:lnTo>
                  <a:lnTo>
                    <a:pt x="30" y="9"/>
                  </a:lnTo>
                  <a:lnTo>
                    <a:pt x="290" y="86"/>
                  </a:lnTo>
                  <a:lnTo>
                    <a:pt x="404" y="44"/>
                  </a:lnTo>
                  <a:lnTo>
                    <a:pt x="405" y="43"/>
                  </a:lnTo>
                  <a:lnTo>
                    <a:pt x="405" y="9"/>
                  </a:lnTo>
                  <a:lnTo>
                    <a:pt x="405" y="0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2" name="Freeform 147"/>
            <p:cNvSpPr>
              <a:spLocks/>
            </p:cNvSpPr>
            <p:nvPr userDrawn="1"/>
          </p:nvSpPr>
          <p:spPr bwMode="auto">
            <a:xfrm>
              <a:off x="12917488" y="3260725"/>
              <a:ext cx="1433513" cy="444500"/>
            </a:xfrm>
            <a:custGeom>
              <a:avLst/>
              <a:gdLst>
                <a:gd name="T0" fmla="*/ 0 w 903"/>
                <a:gd name="T1" fmla="*/ 9 h 280"/>
                <a:gd name="T2" fmla="*/ 903 w 903"/>
                <a:gd name="T3" fmla="*/ 280 h 280"/>
                <a:gd name="T4" fmla="*/ 655 w 903"/>
                <a:gd name="T5" fmla="*/ 0 h 280"/>
                <a:gd name="T6" fmla="*/ 0 w 903"/>
                <a:gd name="T7" fmla="*/ 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3" h="280">
                  <a:moveTo>
                    <a:pt x="0" y="9"/>
                  </a:moveTo>
                  <a:lnTo>
                    <a:pt x="903" y="280"/>
                  </a:lnTo>
                  <a:lnTo>
                    <a:pt x="655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3" name="Freeform 148"/>
            <p:cNvSpPr>
              <a:spLocks/>
            </p:cNvSpPr>
            <p:nvPr userDrawn="1"/>
          </p:nvSpPr>
          <p:spPr bwMode="auto">
            <a:xfrm>
              <a:off x="14303375" y="2792413"/>
              <a:ext cx="173038" cy="171450"/>
            </a:xfrm>
            <a:custGeom>
              <a:avLst/>
              <a:gdLst>
                <a:gd name="T0" fmla="*/ 109 w 109"/>
                <a:gd name="T1" fmla="*/ 0 h 108"/>
                <a:gd name="T2" fmla="*/ 26 w 109"/>
                <a:gd name="T3" fmla="*/ 0 h 108"/>
                <a:gd name="T4" fmla="*/ 24 w 109"/>
                <a:gd name="T5" fmla="*/ 9 h 108"/>
                <a:gd name="T6" fmla="*/ 0 w 109"/>
                <a:gd name="T7" fmla="*/ 108 h 108"/>
                <a:gd name="T8" fmla="*/ 100 w 109"/>
                <a:gd name="T9" fmla="*/ 9 h 108"/>
                <a:gd name="T10" fmla="*/ 109 w 109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" h="108">
                  <a:moveTo>
                    <a:pt x="109" y="0"/>
                  </a:moveTo>
                  <a:lnTo>
                    <a:pt x="26" y="0"/>
                  </a:lnTo>
                  <a:lnTo>
                    <a:pt x="24" y="9"/>
                  </a:lnTo>
                  <a:lnTo>
                    <a:pt x="0" y="108"/>
                  </a:lnTo>
                  <a:lnTo>
                    <a:pt x="100" y="9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4" name="Freeform 149"/>
            <p:cNvSpPr>
              <a:spLocks/>
            </p:cNvSpPr>
            <p:nvPr userDrawn="1"/>
          </p:nvSpPr>
          <p:spPr bwMode="auto">
            <a:xfrm>
              <a:off x="14351000" y="3487738"/>
              <a:ext cx="1050925" cy="271462"/>
            </a:xfrm>
            <a:custGeom>
              <a:avLst/>
              <a:gdLst>
                <a:gd name="T0" fmla="*/ 561 w 662"/>
                <a:gd name="T1" fmla="*/ 171 h 171"/>
                <a:gd name="T2" fmla="*/ 662 w 662"/>
                <a:gd name="T3" fmla="*/ 0 h 171"/>
                <a:gd name="T4" fmla="*/ 0 w 662"/>
                <a:gd name="T5" fmla="*/ 137 h 171"/>
                <a:gd name="T6" fmla="*/ 561 w 662"/>
                <a:gd name="T7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171">
                  <a:moveTo>
                    <a:pt x="561" y="171"/>
                  </a:moveTo>
                  <a:lnTo>
                    <a:pt x="662" y="0"/>
                  </a:lnTo>
                  <a:lnTo>
                    <a:pt x="0" y="137"/>
                  </a:lnTo>
                  <a:lnTo>
                    <a:pt x="561" y="171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5" name="Freeform 150"/>
            <p:cNvSpPr>
              <a:spLocks/>
            </p:cNvSpPr>
            <p:nvPr userDrawn="1"/>
          </p:nvSpPr>
          <p:spPr bwMode="auto">
            <a:xfrm>
              <a:off x="12801600" y="3275013"/>
              <a:ext cx="115888" cy="130175"/>
            </a:xfrm>
            <a:custGeom>
              <a:avLst/>
              <a:gdLst>
                <a:gd name="T0" fmla="*/ 0 w 73"/>
                <a:gd name="T1" fmla="*/ 29 h 82"/>
                <a:gd name="T2" fmla="*/ 0 w 73"/>
                <a:gd name="T3" fmla="*/ 82 h 82"/>
                <a:gd name="T4" fmla="*/ 10 w 73"/>
                <a:gd name="T5" fmla="*/ 71 h 82"/>
                <a:gd name="T6" fmla="*/ 73 w 73"/>
                <a:gd name="T7" fmla="*/ 0 h 82"/>
                <a:gd name="T8" fmla="*/ 10 w 73"/>
                <a:gd name="T9" fmla="*/ 25 h 82"/>
                <a:gd name="T10" fmla="*/ 0 w 73"/>
                <a:gd name="T11" fmla="*/ 29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2">
                  <a:moveTo>
                    <a:pt x="0" y="29"/>
                  </a:moveTo>
                  <a:lnTo>
                    <a:pt x="0" y="82"/>
                  </a:lnTo>
                  <a:lnTo>
                    <a:pt x="10" y="71"/>
                  </a:lnTo>
                  <a:lnTo>
                    <a:pt x="73" y="0"/>
                  </a:lnTo>
                  <a:lnTo>
                    <a:pt x="10" y="25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6" name="Freeform 151"/>
            <p:cNvSpPr>
              <a:spLocks/>
            </p:cNvSpPr>
            <p:nvPr userDrawn="1"/>
          </p:nvSpPr>
          <p:spPr bwMode="auto">
            <a:xfrm>
              <a:off x="12801600" y="2792413"/>
              <a:ext cx="322263" cy="482600"/>
            </a:xfrm>
            <a:custGeom>
              <a:avLst/>
              <a:gdLst>
                <a:gd name="T0" fmla="*/ 203 w 203"/>
                <a:gd name="T1" fmla="*/ 0 h 304"/>
                <a:gd name="T2" fmla="*/ 0 w 203"/>
                <a:gd name="T3" fmla="*/ 0 h 304"/>
                <a:gd name="T4" fmla="*/ 0 w 203"/>
                <a:gd name="T5" fmla="*/ 98 h 304"/>
                <a:gd name="T6" fmla="*/ 10 w 203"/>
                <a:gd name="T7" fmla="*/ 126 h 304"/>
                <a:gd name="T8" fmla="*/ 73 w 203"/>
                <a:gd name="T9" fmla="*/ 304 h 304"/>
                <a:gd name="T10" fmla="*/ 199 w 203"/>
                <a:gd name="T11" fmla="*/ 9 h 304"/>
                <a:gd name="T12" fmla="*/ 203 w 203"/>
                <a:gd name="T1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304">
                  <a:moveTo>
                    <a:pt x="203" y="0"/>
                  </a:moveTo>
                  <a:lnTo>
                    <a:pt x="0" y="0"/>
                  </a:lnTo>
                  <a:lnTo>
                    <a:pt x="0" y="98"/>
                  </a:lnTo>
                  <a:lnTo>
                    <a:pt x="10" y="126"/>
                  </a:lnTo>
                  <a:lnTo>
                    <a:pt x="73" y="304"/>
                  </a:lnTo>
                  <a:lnTo>
                    <a:pt x="199" y="9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7" name="Freeform 152"/>
            <p:cNvSpPr>
              <a:spLocks/>
            </p:cNvSpPr>
            <p:nvPr userDrawn="1"/>
          </p:nvSpPr>
          <p:spPr bwMode="auto">
            <a:xfrm>
              <a:off x="14351000" y="2792413"/>
              <a:ext cx="814388" cy="912812"/>
            </a:xfrm>
            <a:custGeom>
              <a:avLst/>
              <a:gdLst>
                <a:gd name="T0" fmla="*/ 490 w 513"/>
                <a:gd name="T1" fmla="*/ 9 h 575"/>
                <a:gd name="T2" fmla="*/ 468 w 513"/>
                <a:gd name="T3" fmla="*/ 22 h 575"/>
                <a:gd name="T4" fmla="*/ 139 w 513"/>
                <a:gd name="T5" fmla="*/ 211 h 575"/>
                <a:gd name="T6" fmla="*/ 0 w 513"/>
                <a:gd name="T7" fmla="*/ 575 h 575"/>
                <a:gd name="T8" fmla="*/ 499 w 513"/>
                <a:gd name="T9" fmla="*/ 16 h 575"/>
                <a:gd name="T10" fmla="*/ 505 w 513"/>
                <a:gd name="T11" fmla="*/ 9 h 575"/>
                <a:gd name="T12" fmla="*/ 513 w 513"/>
                <a:gd name="T13" fmla="*/ 0 h 575"/>
                <a:gd name="T14" fmla="*/ 505 w 513"/>
                <a:gd name="T15" fmla="*/ 0 h 575"/>
                <a:gd name="T16" fmla="*/ 490 w 513"/>
                <a:gd name="T17" fmla="*/ 9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3" h="575">
                  <a:moveTo>
                    <a:pt x="490" y="9"/>
                  </a:moveTo>
                  <a:lnTo>
                    <a:pt x="468" y="22"/>
                  </a:lnTo>
                  <a:lnTo>
                    <a:pt x="139" y="211"/>
                  </a:lnTo>
                  <a:lnTo>
                    <a:pt x="0" y="575"/>
                  </a:lnTo>
                  <a:lnTo>
                    <a:pt x="499" y="16"/>
                  </a:lnTo>
                  <a:lnTo>
                    <a:pt x="505" y="9"/>
                  </a:lnTo>
                  <a:lnTo>
                    <a:pt x="513" y="0"/>
                  </a:lnTo>
                  <a:lnTo>
                    <a:pt x="505" y="0"/>
                  </a:lnTo>
                  <a:lnTo>
                    <a:pt x="490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8" name="Freeform 153"/>
            <p:cNvSpPr>
              <a:spLocks/>
            </p:cNvSpPr>
            <p:nvPr userDrawn="1"/>
          </p:nvSpPr>
          <p:spPr bwMode="auto">
            <a:xfrm>
              <a:off x="15184438" y="2792413"/>
              <a:ext cx="504825" cy="695325"/>
            </a:xfrm>
            <a:custGeom>
              <a:avLst/>
              <a:gdLst>
                <a:gd name="T0" fmla="*/ 58 w 318"/>
                <a:gd name="T1" fmla="*/ 9 h 438"/>
                <a:gd name="T2" fmla="*/ 42 w 318"/>
                <a:gd name="T3" fmla="*/ 4 h 438"/>
                <a:gd name="T4" fmla="*/ 28 w 318"/>
                <a:gd name="T5" fmla="*/ 0 h 438"/>
                <a:gd name="T6" fmla="*/ 0 w 318"/>
                <a:gd name="T7" fmla="*/ 0 h 438"/>
                <a:gd name="T8" fmla="*/ 3 w 318"/>
                <a:gd name="T9" fmla="*/ 9 h 438"/>
                <a:gd name="T10" fmla="*/ 3 w 318"/>
                <a:gd name="T11" fmla="*/ 11 h 438"/>
                <a:gd name="T12" fmla="*/ 137 w 318"/>
                <a:gd name="T13" fmla="*/ 438 h 438"/>
                <a:gd name="T14" fmla="*/ 318 w 318"/>
                <a:gd name="T15" fmla="*/ 86 h 438"/>
                <a:gd name="T16" fmla="*/ 58 w 318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8" h="438">
                  <a:moveTo>
                    <a:pt x="58" y="9"/>
                  </a:moveTo>
                  <a:lnTo>
                    <a:pt x="42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3" y="9"/>
                  </a:lnTo>
                  <a:lnTo>
                    <a:pt x="3" y="11"/>
                  </a:lnTo>
                  <a:lnTo>
                    <a:pt x="137" y="438"/>
                  </a:lnTo>
                  <a:lnTo>
                    <a:pt x="318" y="86"/>
                  </a:lnTo>
                  <a:lnTo>
                    <a:pt x="58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9" name="Freeform 154"/>
            <p:cNvSpPr>
              <a:spLocks/>
            </p:cNvSpPr>
            <p:nvPr userDrawn="1"/>
          </p:nvSpPr>
          <p:spPr bwMode="auto">
            <a:xfrm>
              <a:off x="13995400" y="3705225"/>
              <a:ext cx="639763" cy="111125"/>
            </a:xfrm>
            <a:custGeom>
              <a:avLst/>
              <a:gdLst>
                <a:gd name="T0" fmla="*/ 403 w 403"/>
                <a:gd name="T1" fmla="*/ 70 h 70"/>
                <a:gd name="T2" fmla="*/ 224 w 403"/>
                <a:gd name="T3" fmla="*/ 0 h 70"/>
                <a:gd name="T4" fmla="*/ 0 w 403"/>
                <a:gd name="T5" fmla="*/ 70 h 70"/>
                <a:gd name="T6" fmla="*/ 403 w 403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3" h="70">
                  <a:moveTo>
                    <a:pt x="403" y="70"/>
                  </a:moveTo>
                  <a:lnTo>
                    <a:pt x="224" y="0"/>
                  </a:lnTo>
                  <a:lnTo>
                    <a:pt x="0" y="70"/>
                  </a:lnTo>
                  <a:lnTo>
                    <a:pt x="403" y="7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0" name="Freeform 155"/>
            <p:cNvSpPr>
              <a:spLocks/>
            </p:cNvSpPr>
            <p:nvPr userDrawn="1"/>
          </p:nvSpPr>
          <p:spPr bwMode="auto">
            <a:xfrm>
              <a:off x="12801600" y="2949575"/>
              <a:ext cx="115888" cy="325437"/>
            </a:xfrm>
            <a:custGeom>
              <a:avLst/>
              <a:gdLst>
                <a:gd name="T0" fmla="*/ 0 w 73"/>
                <a:gd name="T1" fmla="*/ 0 h 205"/>
                <a:gd name="T2" fmla="*/ 0 w 73"/>
                <a:gd name="T3" fmla="*/ 122 h 205"/>
                <a:gd name="T4" fmla="*/ 10 w 73"/>
                <a:gd name="T5" fmla="*/ 133 h 205"/>
                <a:gd name="T6" fmla="*/ 73 w 73"/>
                <a:gd name="T7" fmla="*/ 205 h 205"/>
                <a:gd name="T8" fmla="*/ 10 w 73"/>
                <a:gd name="T9" fmla="*/ 28 h 205"/>
                <a:gd name="T10" fmla="*/ 0 w 73"/>
                <a:gd name="T11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205">
                  <a:moveTo>
                    <a:pt x="0" y="0"/>
                  </a:moveTo>
                  <a:lnTo>
                    <a:pt x="0" y="122"/>
                  </a:lnTo>
                  <a:lnTo>
                    <a:pt x="10" y="133"/>
                  </a:lnTo>
                  <a:lnTo>
                    <a:pt x="73" y="205"/>
                  </a:lnTo>
                  <a:lnTo>
                    <a:pt x="1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1" name="Freeform 156"/>
            <p:cNvSpPr>
              <a:spLocks/>
            </p:cNvSpPr>
            <p:nvPr userDrawn="1"/>
          </p:nvSpPr>
          <p:spPr bwMode="auto">
            <a:xfrm>
              <a:off x="13708063" y="2792413"/>
              <a:ext cx="595313" cy="171450"/>
            </a:xfrm>
            <a:custGeom>
              <a:avLst/>
              <a:gdLst>
                <a:gd name="T0" fmla="*/ 236 w 375"/>
                <a:gd name="T1" fmla="*/ 9 h 108"/>
                <a:gd name="T2" fmla="*/ 223 w 375"/>
                <a:gd name="T3" fmla="*/ 0 h 108"/>
                <a:gd name="T4" fmla="*/ 0 w 375"/>
                <a:gd name="T5" fmla="*/ 0 h 108"/>
                <a:gd name="T6" fmla="*/ 31 w 375"/>
                <a:gd name="T7" fmla="*/ 9 h 108"/>
                <a:gd name="T8" fmla="*/ 375 w 375"/>
                <a:gd name="T9" fmla="*/ 108 h 108"/>
                <a:gd name="T10" fmla="*/ 236 w 375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5" h="108">
                  <a:moveTo>
                    <a:pt x="236" y="9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31" y="9"/>
                  </a:lnTo>
                  <a:lnTo>
                    <a:pt x="375" y="108"/>
                  </a:lnTo>
                  <a:lnTo>
                    <a:pt x="236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2" name="Freeform 157"/>
            <p:cNvSpPr>
              <a:spLocks/>
            </p:cNvSpPr>
            <p:nvPr userDrawn="1"/>
          </p:nvSpPr>
          <p:spPr bwMode="auto">
            <a:xfrm>
              <a:off x="15401925" y="2860675"/>
              <a:ext cx="469900" cy="627062"/>
            </a:xfrm>
            <a:custGeom>
              <a:avLst/>
              <a:gdLst>
                <a:gd name="T0" fmla="*/ 295 w 296"/>
                <a:gd name="T1" fmla="*/ 1 h 395"/>
                <a:gd name="T2" fmla="*/ 181 w 296"/>
                <a:gd name="T3" fmla="*/ 43 h 395"/>
                <a:gd name="T4" fmla="*/ 0 w 296"/>
                <a:gd name="T5" fmla="*/ 395 h 395"/>
                <a:gd name="T6" fmla="*/ 295 w 296"/>
                <a:gd name="T7" fmla="*/ 120 h 395"/>
                <a:gd name="T8" fmla="*/ 296 w 296"/>
                <a:gd name="T9" fmla="*/ 119 h 395"/>
                <a:gd name="T10" fmla="*/ 296 w 296"/>
                <a:gd name="T11" fmla="*/ 0 h 395"/>
                <a:gd name="T12" fmla="*/ 295 w 296"/>
                <a:gd name="T13" fmla="*/ 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395">
                  <a:moveTo>
                    <a:pt x="295" y="1"/>
                  </a:moveTo>
                  <a:lnTo>
                    <a:pt x="181" y="43"/>
                  </a:lnTo>
                  <a:lnTo>
                    <a:pt x="0" y="395"/>
                  </a:lnTo>
                  <a:lnTo>
                    <a:pt x="295" y="120"/>
                  </a:lnTo>
                  <a:lnTo>
                    <a:pt x="296" y="119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3" name="Freeform 158"/>
            <p:cNvSpPr>
              <a:spLocks/>
            </p:cNvSpPr>
            <p:nvPr userDrawn="1"/>
          </p:nvSpPr>
          <p:spPr bwMode="auto">
            <a:xfrm>
              <a:off x="15552738" y="3687763"/>
              <a:ext cx="319088" cy="128587"/>
            </a:xfrm>
            <a:custGeom>
              <a:avLst/>
              <a:gdLst>
                <a:gd name="T0" fmla="*/ 13 w 201"/>
                <a:gd name="T1" fmla="*/ 57 h 81"/>
                <a:gd name="T2" fmla="*/ 0 w 201"/>
                <a:gd name="T3" fmla="*/ 81 h 81"/>
                <a:gd name="T4" fmla="*/ 200 w 201"/>
                <a:gd name="T5" fmla="*/ 81 h 81"/>
                <a:gd name="T6" fmla="*/ 201 w 201"/>
                <a:gd name="T7" fmla="*/ 81 h 81"/>
                <a:gd name="T8" fmla="*/ 201 w 201"/>
                <a:gd name="T9" fmla="*/ 0 h 81"/>
                <a:gd name="T10" fmla="*/ 200 w 201"/>
                <a:gd name="T11" fmla="*/ 0 h 81"/>
                <a:gd name="T12" fmla="*/ 13 w 201"/>
                <a:gd name="T13" fmla="*/ 5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81">
                  <a:moveTo>
                    <a:pt x="13" y="57"/>
                  </a:moveTo>
                  <a:lnTo>
                    <a:pt x="0" y="81"/>
                  </a:lnTo>
                  <a:lnTo>
                    <a:pt x="200" y="81"/>
                  </a:lnTo>
                  <a:lnTo>
                    <a:pt x="201" y="81"/>
                  </a:lnTo>
                  <a:lnTo>
                    <a:pt x="201" y="0"/>
                  </a:lnTo>
                  <a:lnTo>
                    <a:pt x="200" y="0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4" name="Freeform 159"/>
            <p:cNvSpPr>
              <a:spLocks/>
            </p:cNvSpPr>
            <p:nvPr userDrawn="1"/>
          </p:nvSpPr>
          <p:spPr bwMode="auto">
            <a:xfrm>
              <a:off x="13303250" y="3705225"/>
              <a:ext cx="1047750" cy="111125"/>
            </a:xfrm>
            <a:custGeom>
              <a:avLst/>
              <a:gdLst>
                <a:gd name="T0" fmla="*/ 436 w 660"/>
                <a:gd name="T1" fmla="*/ 70 h 70"/>
                <a:gd name="T2" fmla="*/ 660 w 660"/>
                <a:gd name="T3" fmla="*/ 0 h 70"/>
                <a:gd name="T4" fmla="*/ 0 w 660"/>
                <a:gd name="T5" fmla="*/ 70 h 70"/>
                <a:gd name="T6" fmla="*/ 436 w 660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0" h="70">
                  <a:moveTo>
                    <a:pt x="436" y="70"/>
                  </a:moveTo>
                  <a:lnTo>
                    <a:pt x="660" y="0"/>
                  </a:lnTo>
                  <a:lnTo>
                    <a:pt x="0" y="70"/>
                  </a:lnTo>
                  <a:lnTo>
                    <a:pt x="436" y="7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5" name="Freeform 160"/>
            <p:cNvSpPr>
              <a:spLocks/>
            </p:cNvSpPr>
            <p:nvPr userDrawn="1"/>
          </p:nvSpPr>
          <p:spPr bwMode="auto">
            <a:xfrm>
              <a:off x="12917488" y="2792413"/>
              <a:ext cx="555625" cy="482600"/>
            </a:xfrm>
            <a:custGeom>
              <a:avLst/>
              <a:gdLst>
                <a:gd name="T0" fmla="*/ 350 w 350"/>
                <a:gd name="T1" fmla="*/ 0 h 304"/>
                <a:gd name="T2" fmla="*/ 130 w 350"/>
                <a:gd name="T3" fmla="*/ 0 h 304"/>
                <a:gd name="T4" fmla="*/ 126 w 350"/>
                <a:gd name="T5" fmla="*/ 9 h 304"/>
                <a:gd name="T6" fmla="*/ 0 w 350"/>
                <a:gd name="T7" fmla="*/ 304 h 304"/>
                <a:gd name="T8" fmla="*/ 339 w 350"/>
                <a:gd name="T9" fmla="*/ 9 h 304"/>
                <a:gd name="T10" fmla="*/ 350 w 350"/>
                <a:gd name="T11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" h="304">
                  <a:moveTo>
                    <a:pt x="350" y="0"/>
                  </a:moveTo>
                  <a:lnTo>
                    <a:pt x="130" y="0"/>
                  </a:lnTo>
                  <a:lnTo>
                    <a:pt x="126" y="9"/>
                  </a:lnTo>
                  <a:lnTo>
                    <a:pt x="0" y="304"/>
                  </a:lnTo>
                  <a:lnTo>
                    <a:pt x="339" y="9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6" name="Freeform 161"/>
            <p:cNvSpPr>
              <a:spLocks/>
            </p:cNvSpPr>
            <p:nvPr userDrawn="1"/>
          </p:nvSpPr>
          <p:spPr bwMode="auto">
            <a:xfrm>
              <a:off x="15401925" y="3276600"/>
              <a:ext cx="469900" cy="211137"/>
            </a:xfrm>
            <a:custGeom>
              <a:avLst/>
              <a:gdLst>
                <a:gd name="T0" fmla="*/ 295 w 296"/>
                <a:gd name="T1" fmla="*/ 0 h 133"/>
                <a:gd name="T2" fmla="*/ 0 w 296"/>
                <a:gd name="T3" fmla="*/ 133 h 133"/>
                <a:gd name="T4" fmla="*/ 295 w 296"/>
                <a:gd name="T5" fmla="*/ 131 h 133"/>
                <a:gd name="T6" fmla="*/ 296 w 296"/>
                <a:gd name="T7" fmla="*/ 131 h 133"/>
                <a:gd name="T8" fmla="*/ 296 w 296"/>
                <a:gd name="T9" fmla="*/ 0 h 133"/>
                <a:gd name="T10" fmla="*/ 295 w 296"/>
                <a:gd name="T1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133">
                  <a:moveTo>
                    <a:pt x="295" y="0"/>
                  </a:moveTo>
                  <a:lnTo>
                    <a:pt x="0" y="133"/>
                  </a:lnTo>
                  <a:lnTo>
                    <a:pt x="295" y="131"/>
                  </a:lnTo>
                  <a:lnTo>
                    <a:pt x="296" y="131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7" name="Freeform 162"/>
            <p:cNvSpPr>
              <a:spLocks/>
            </p:cNvSpPr>
            <p:nvPr userDrawn="1"/>
          </p:nvSpPr>
          <p:spPr bwMode="auto">
            <a:xfrm>
              <a:off x="14303375" y="2792413"/>
              <a:ext cx="849313" cy="334962"/>
            </a:xfrm>
            <a:custGeom>
              <a:avLst/>
              <a:gdLst>
                <a:gd name="T0" fmla="*/ 498 w 535"/>
                <a:gd name="T1" fmla="*/ 22 h 211"/>
                <a:gd name="T2" fmla="*/ 520 w 535"/>
                <a:gd name="T3" fmla="*/ 9 h 211"/>
                <a:gd name="T4" fmla="*/ 535 w 535"/>
                <a:gd name="T5" fmla="*/ 0 h 211"/>
                <a:gd name="T6" fmla="*/ 508 w 535"/>
                <a:gd name="T7" fmla="*/ 0 h 211"/>
                <a:gd name="T8" fmla="*/ 465 w 535"/>
                <a:gd name="T9" fmla="*/ 9 h 211"/>
                <a:gd name="T10" fmla="*/ 0 w 535"/>
                <a:gd name="T11" fmla="*/ 108 h 211"/>
                <a:gd name="T12" fmla="*/ 169 w 535"/>
                <a:gd name="T13" fmla="*/ 211 h 211"/>
                <a:gd name="T14" fmla="*/ 498 w 535"/>
                <a:gd name="T15" fmla="*/ 22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5" h="211">
                  <a:moveTo>
                    <a:pt x="498" y="22"/>
                  </a:moveTo>
                  <a:lnTo>
                    <a:pt x="520" y="9"/>
                  </a:lnTo>
                  <a:lnTo>
                    <a:pt x="535" y="0"/>
                  </a:lnTo>
                  <a:lnTo>
                    <a:pt x="508" y="0"/>
                  </a:lnTo>
                  <a:lnTo>
                    <a:pt x="465" y="9"/>
                  </a:lnTo>
                  <a:lnTo>
                    <a:pt x="0" y="108"/>
                  </a:lnTo>
                  <a:lnTo>
                    <a:pt x="169" y="211"/>
                  </a:lnTo>
                  <a:lnTo>
                    <a:pt x="498" y="22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8" name="Freeform 163"/>
            <p:cNvSpPr>
              <a:spLocks/>
            </p:cNvSpPr>
            <p:nvPr userDrawn="1"/>
          </p:nvSpPr>
          <p:spPr bwMode="auto">
            <a:xfrm>
              <a:off x="14270038" y="2792413"/>
              <a:ext cx="74613" cy="171450"/>
            </a:xfrm>
            <a:custGeom>
              <a:avLst/>
              <a:gdLst>
                <a:gd name="T0" fmla="*/ 47 w 47"/>
                <a:gd name="T1" fmla="*/ 0 h 108"/>
                <a:gd name="T2" fmla="*/ 0 w 47"/>
                <a:gd name="T3" fmla="*/ 0 h 108"/>
                <a:gd name="T4" fmla="*/ 2 w 47"/>
                <a:gd name="T5" fmla="*/ 9 h 108"/>
                <a:gd name="T6" fmla="*/ 21 w 47"/>
                <a:gd name="T7" fmla="*/ 108 h 108"/>
                <a:gd name="T8" fmla="*/ 45 w 47"/>
                <a:gd name="T9" fmla="*/ 9 h 108"/>
                <a:gd name="T10" fmla="*/ 47 w 47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08">
                  <a:moveTo>
                    <a:pt x="47" y="0"/>
                  </a:moveTo>
                  <a:lnTo>
                    <a:pt x="0" y="0"/>
                  </a:lnTo>
                  <a:lnTo>
                    <a:pt x="2" y="9"/>
                  </a:lnTo>
                  <a:lnTo>
                    <a:pt x="21" y="108"/>
                  </a:lnTo>
                  <a:lnTo>
                    <a:pt x="45" y="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9" name="Freeform 164"/>
            <p:cNvSpPr>
              <a:spLocks/>
            </p:cNvSpPr>
            <p:nvPr userDrawn="1"/>
          </p:nvSpPr>
          <p:spPr bwMode="auto">
            <a:xfrm>
              <a:off x="14351000" y="3182938"/>
              <a:ext cx="1050925" cy="522287"/>
            </a:xfrm>
            <a:custGeom>
              <a:avLst/>
              <a:gdLst>
                <a:gd name="T0" fmla="*/ 0 w 662"/>
                <a:gd name="T1" fmla="*/ 329 h 329"/>
                <a:gd name="T2" fmla="*/ 662 w 662"/>
                <a:gd name="T3" fmla="*/ 192 h 329"/>
                <a:gd name="T4" fmla="*/ 410 w 662"/>
                <a:gd name="T5" fmla="*/ 0 h 329"/>
                <a:gd name="T6" fmla="*/ 0 w 662"/>
                <a:gd name="T7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329">
                  <a:moveTo>
                    <a:pt x="0" y="329"/>
                  </a:moveTo>
                  <a:lnTo>
                    <a:pt x="662" y="192"/>
                  </a:lnTo>
                  <a:lnTo>
                    <a:pt x="410" y="0"/>
                  </a:lnTo>
                  <a:lnTo>
                    <a:pt x="0" y="329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0" name="Freeform 165"/>
            <p:cNvSpPr>
              <a:spLocks/>
            </p:cNvSpPr>
            <p:nvPr userDrawn="1"/>
          </p:nvSpPr>
          <p:spPr bwMode="auto">
            <a:xfrm>
              <a:off x="15401925" y="3487738"/>
              <a:ext cx="171450" cy="328612"/>
            </a:xfrm>
            <a:custGeom>
              <a:avLst/>
              <a:gdLst>
                <a:gd name="T0" fmla="*/ 95 w 108"/>
                <a:gd name="T1" fmla="*/ 207 h 207"/>
                <a:gd name="T2" fmla="*/ 108 w 108"/>
                <a:gd name="T3" fmla="*/ 183 h 207"/>
                <a:gd name="T4" fmla="*/ 0 w 108"/>
                <a:gd name="T5" fmla="*/ 0 h 207"/>
                <a:gd name="T6" fmla="*/ 5 w 108"/>
                <a:gd name="T7" fmla="*/ 207 h 207"/>
                <a:gd name="T8" fmla="*/ 95 w 108"/>
                <a:gd name="T9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207">
                  <a:moveTo>
                    <a:pt x="95" y="207"/>
                  </a:moveTo>
                  <a:lnTo>
                    <a:pt x="108" y="183"/>
                  </a:lnTo>
                  <a:lnTo>
                    <a:pt x="0" y="0"/>
                  </a:lnTo>
                  <a:lnTo>
                    <a:pt x="5" y="207"/>
                  </a:lnTo>
                  <a:lnTo>
                    <a:pt x="95" y="20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1" name="Freeform 166"/>
            <p:cNvSpPr>
              <a:spLocks/>
            </p:cNvSpPr>
            <p:nvPr userDrawn="1"/>
          </p:nvSpPr>
          <p:spPr bwMode="auto">
            <a:xfrm>
              <a:off x="13957300" y="2963863"/>
              <a:ext cx="393700" cy="741362"/>
            </a:xfrm>
            <a:custGeom>
              <a:avLst/>
              <a:gdLst>
                <a:gd name="T0" fmla="*/ 0 w 248"/>
                <a:gd name="T1" fmla="*/ 187 h 467"/>
                <a:gd name="T2" fmla="*/ 248 w 248"/>
                <a:gd name="T3" fmla="*/ 467 h 467"/>
                <a:gd name="T4" fmla="*/ 218 w 248"/>
                <a:gd name="T5" fmla="*/ 0 h 467"/>
                <a:gd name="T6" fmla="*/ 0 w 248"/>
                <a:gd name="T7" fmla="*/ 18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8" h="467">
                  <a:moveTo>
                    <a:pt x="0" y="187"/>
                  </a:moveTo>
                  <a:lnTo>
                    <a:pt x="248" y="467"/>
                  </a:lnTo>
                  <a:lnTo>
                    <a:pt x="218" y="0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3" name="Freeform 167"/>
            <p:cNvSpPr>
              <a:spLocks/>
            </p:cNvSpPr>
            <p:nvPr userDrawn="1"/>
          </p:nvSpPr>
          <p:spPr bwMode="auto">
            <a:xfrm>
              <a:off x="12801600" y="3225800"/>
              <a:ext cx="115888" cy="95250"/>
            </a:xfrm>
            <a:custGeom>
              <a:avLst/>
              <a:gdLst>
                <a:gd name="T0" fmla="*/ 0 w 73"/>
                <a:gd name="T1" fmla="*/ 0 h 60"/>
                <a:gd name="T2" fmla="*/ 0 w 73"/>
                <a:gd name="T3" fmla="*/ 60 h 60"/>
                <a:gd name="T4" fmla="*/ 10 w 73"/>
                <a:gd name="T5" fmla="*/ 56 h 60"/>
                <a:gd name="T6" fmla="*/ 73 w 73"/>
                <a:gd name="T7" fmla="*/ 31 h 60"/>
                <a:gd name="T8" fmla="*/ 10 w 73"/>
                <a:gd name="T9" fmla="*/ 4 h 60"/>
                <a:gd name="T10" fmla="*/ 0 w 73"/>
                <a:gd name="T11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60">
                  <a:moveTo>
                    <a:pt x="0" y="0"/>
                  </a:moveTo>
                  <a:lnTo>
                    <a:pt x="0" y="60"/>
                  </a:lnTo>
                  <a:lnTo>
                    <a:pt x="10" y="56"/>
                  </a:lnTo>
                  <a:lnTo>
                    <a:pt x="73" y="31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4" name="Freeform 168"/>
            <p:cNvSpPr>
              <a:spLocks/>
            </p:cNvSpPr>
            <p:nvPr userDrawn="1"/>
          </p:nvSpPr>
          <p:spPr bwMode="auto">
            <a:xfrm>
              <a:off x="12917488" y="2792413"/>
              <a:ext cx="1385888" cy="482600"/>
            </a:xfrm>
            <a:custGeom>
              <a:avLst/>
              <a:gdLst>
                <a:gd name="T0" fmla="*/ 498 w 873"/>
                <a:gd name="T1" fmla="*/ 0 h 304"/>
                <a:gd name="T2" fmla="*/ 351 w 873"/>
                <a:gd name="T3" fmla="*/ 0 h 304"/>
                <a:gd name="T4" fmla="*/ 350 w 873"/>
                <a:gd name="T5" fmla="*/ 0 h 304"/>
                <a:gd name="T6" fmla="*/ 339 w 873"/>
                <a:gd name="T7" fmla="*/ 9 h 304"/>
                <a:gd name="T8" fmla="*/ 0 w 873"/>
                <a:gd name="T9" fmla="*/ 304 h 304"/>
                <a:gd name="T10" fmla="*/ 873 w 873"/>
                <a:gd name="T11" fmla="*/ 108 h 304"/>
                <a:gd name="T12" fmla="*/ 529 w 873"/>
                <a:gd name="T13" fmla="*/ 9 h 304"/>
                <a:gd name="T14" fmla="*/ 498 w 873"/>
                <a:gd name="T1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3" h="304">
                  <a:moveTo>
                    <a:pt x="498" y="0"/>
                  </a:moveTo>
                  <a:lnTo>
                    <a:pt x="351" y="0"/>
                  </a:lnTo>
                  <a:lnTo>
                    <a:pt x="350" y="0"/>
                  </a:lnTo>
                  <a:lnTo>
                    <a:pt x="339" y="9"/>
                  </a:lnTo>
                  <a:lnTo>
                    <a:pt x="0" y="304"/>
                  </a:lnTo>
                  <a:lnTo>
                    <a:pt x="873" y="108"/>
                  </a:lnTo>
                  <a:lnTo>
                    <a:pt x="529" y="9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5" name="Freeform 169"/>
            <p:cNvSpPr>
              <a:spLocks/>
            </p:cNvSpPr>
            <p:nvPr userDrawn="1"/>
          </p:nvSpPr>
          <p:spPr bwMode="auto">
            <a:xfrm>
              <a:off x="15401925" y="3049588"/>
              <a:ext cx="469900" cy="438150"/>
            </a:xfrm>
            <a:custGeom>
              <a:avLst/>
              <a:gdLst>
                <a:gd name="T0" fmla="*/ 295 w 296"/>
                <a:gd name="T1" fmla="*/ 1 h 276"/>
                <a:gd name="T2" fmla="*/ 0 w 296"/>
                <a:gd name="T3" fmla="*/ 276 h 276"/>
                <a:gd name="T4" fmla="*/ 295 w 296"/>
                <a:gd name="T5" fmla="*/ 143 h 276"/>
                <a:gd name="T6" fmla="*/ 296 w 296"/>
                <a:gd name="T7" fmla="*/ 143 h 276"/>
                <a:gd name="T8" fmla="*/ 296 w 296"/>
                <a:gd name="T9" fmla="*/ 0 h 276"/>
                <a:gd name="T10" fmla="*/ 295 w 296"/>
                <a:gd name="T11" fmla="*/ 1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276">
                  <a:moveTo>
                    <a:pt x="295" y="1"/>
                  </a:moveTo>
                  <a:lnTo>
                    <a:pt x="0" y="276"/>
                  </a:lnTo>
                  <a:lnTo>
                    <a:pt x="295" y="143"/>
                  </a:lnTo>
                  <a:lnTo>
                    <a:pt x="296" y="143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6" name="Freeform 170"/>
            <p:cNvSpPr>
              <a:spLocks/>
            </p:cNvSpPr>
            <p:nvPr userDrawn="1"/>
          </p:nvSpPr>
          <p:spPr bwMode="auto">
            <a:xfrm>
              <a:off x="15001875" y="2792413"/>
              <a:ext cx="400050" cy="695325"/>
            </a:xfrm>
            <a:custGeom>
              <a:avLst/>
              <a:gdLst>
                <a:gd name="T0" fmla="*/ 118 w 252"/>
                <a:gd name="T1" fmla="*/ 9 h 438"/>
                <a:gd name="T2" fmla="*/ 115 w 252"/>
                <a:gd name="T3" fmla="*/ 0 h 438"/>
                <a:gd name="T4" fmla="*/ 108 w 252"/>
                <a:gd name="T5" fmla="*/ 0 h 438"/>
                <a:gd name="T6" fmla="*/ 104 w 252"/>
                <a:gd name="T7" fmla="*/ 9 h 438"/>
                <a:gd name="T8" fmla="*/ 102 w 252"/>
                <a:gd name="T9" fmla="*/ 14 h 438"/>
                <a:gd name="T10" fmla="*/ 0 w 252"/>
                <a:gd name="T11" fmla="*/ 246 h 438"/>
                <a:gd name="T12" fmla="*/ 252 w 252"/>
                <a:gd name="T13" fmla="*/ 438 h 438"/>
                <a:gd name="T14" fmla="*/ 118 w 252"/>
                <a:gd name="T15" fmla="*/ 11 h 438"/>
                <a:gd name="T16" fmla="*/ 118 w 252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2" h="438">
                  <a:moveTo>
                    <a:pt x="118" y="9"/>
                  </a:moveTo>
                  <a:lnTo>
                    <a:pt x="115" y="0"/>
                  </a:lnTo>
                  <a:lnTo>
                    <a:pt x="108" y="0"/>
                  </a:lnTo>
                  <a:lnTo>
                    <a:pt x="104" y="9"/>
                  </a:lnTo>
                  <a:lnTo>
                    <a:pt x="102" y="14"/>
                  </a:lnTo>
                  <a:lnTo>
                    <a:pt x="0" y="246"/>
                  </a:lnTo>
                  <a:lnTo>
                    <a:pt x="252" y="438"/>
                  </a:lnTo>
                  <a:lnTo>
                    <a:pt x="118" y="11"/>
                  </a:lnTo>
                  <a:lnTo>
                    <a:pt x="118" y="9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7" name="Freeform 171"/>
            <p:cNvSpPr>
              <a:spLocks/>
            </p:cNvSpPr>
            <p:nvPr userDrawn="1"/>
          </p:nvSpPr>
          <p:spPr bwMode="auto">
            <a:xfrm>
              <a:off x="14351000" y="3705225"/>
              <a:ext cx="922338" cy="111125"/>
            </a:xfrm>
            <a:custGeom>
              <a:avLst/>
              <a:gdLst>
                <a:gd name="T0" fmla="*/ 0 w 581"/>
                <a:gd name="T1" fmla="*/ 0 h 70"/>
                <a:gd name="T2" fmla="*/ 179 w 581"/>
                <a:gd name="T3" fmla="*/ 70 h 70"/>
                <a:gd name="T4" fmla="*/ 581 w 581"/>
                <a:gd name="T5" fmla="*/ 70 h 70"/>
                <a:gd name="T6" fmla="*/ 561 w 581"/>
                <a:gd name="T7" fmla="*/ 34 h 70"/>
                <a:gd name="T8" fmla="*/ 0 w 581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1" h="70">
                  <a:moveTo>
                    <a:pt x="0" y="0"/>
                  </a:moveTo>
                  <a:lnTo>
                    <a:pt x="179" y="70"/>
                  </a:lnTo>
                  <a:lnTo>
                    <a:pt x="581" y="70"/>
                  </a:lnTo>
                  <a:lnTo>
                    <a:pt x="561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8" name="Freeform 172"/>
            <p:cNvSpPr>
              <a:spLocks/>
            </p:cNvSpPr>
            <p:nvPr userDrawn="1"/>
          </p:nvSpPr>
          <p:spPr bwMode="auto">
            <a:xfrm>
              <a:off x="12917488" y="3275013"/>
              <a:ext cx="1433513" cy="541337"/>
            </a:xfrm>
            <a:custGeom>
              <a:avLst/>
              <a:gdLst>
                <a:gd name="T0" fmla="*/ 179 w 903"/>
                <a:gd name="T1" fmla="*/ 336 h 341"/>
                <a:gd name="T2" fmla="*/ 182 w 903"/>
                <a:gd name="T3" fmla="*/ 341 h 341"/>
                <a:gd name="T4" fmla="*/ 243 w 903"/>
                <a:gd name="T5" fmla="*/ 341 h 341"/>
                <a:gd name="T6" fmla="*/ 903 w 903"/>
                <a:gd name="T7" fmla="*/ 271 h 341"/>
                <a:gd name="T8" fmla="*/ 0 w 903"/>
                <a:gd name="T9" fmla="*/ 0 h 341"/>
                <a:gd name="T10" fmla="*/ 179 w 903"/>
                <a:gd name="T11" fmla="*/ 33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3" h="341">
                  <a:moveTo>
                    <a:pt x="179" y="336"/>
                  </a:moveTo>
                  <a:lnTo>
                    <a:pt x="182" y="341"/>
                  </a:lnTo>
                  <a:lnTo>
                    <a:pt x="243" y="341"/>
                  </a:lnTo>
                  <a:lnTo>
                    <a:pt x="903" y="271"/>
                  </a:lnTo>
                  <a:lnTo>
                    <a:pt x="0" y="0"/>
                  </a:lnTo>
                  <a:lnTo>
                    <a:pt x="179" y="336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9" name="Freeform 173"/>
            <p:cNvSpPr>
              <a:spLocks/>
            </p:cNvSpPr>
            <p:nvPr userDrawn="1"/>
          </p:nvSpPr>
          <p:spPr bwMode="auto">
            <a:xfrm>
              <a:off x="14062075" y="2792413"/>
              <a:ext cx="241300" cy="171450"/>
            </a:xfrm>
            <a:custGeom>
              <a:avLst/>
              <a:gdLst>
                <a:gd name="T0" fmla="*/ 152 w 152"/>
                <a:gd name="T1" fmla="*/ 108 h 108"/>
                <a:gd name="T2" fmla="*/ 133 w 152"/>
                <a:gd name="T3" fmla="*/ 9 h 108"/>
                <a:gd name="T4" fmla="*/ 131 w 152"/>
                <a:gd name="T5" fmla="*/ 0 h 108"/>
                <a:gd name="T6" fmla="*/ 0 w 152"/>
                <a:gd name="T7" fmla="*/ 0 h 108"/>
                <a:gd name="T8" fmla="*/ 13 w 152"/>
                <a:gd name="T9" fmla="*/ 9 h 108"/>
                <a:gd name="T10" fmla="*/ 152 w 152"/>
                <a:gd name="T11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108">
                  <a:moveTo>
                    <a:pt x="152" y="108"/>
                  </a:moveTo>
                  <a:lnTo>
                    <a:pt x="133" y="9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13" y="9"/>
                  </a:lnTo>
                  <a:lnTo>
                    <a:pt x="152" y="108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12" name="Freeform 174"/>
            <p:cNvSpPr>
              <a:spLocks/>
            </p:cNvSpPr>
            <p:nvPr userDrawn="1"/>
          </p:nvSpPr>
          <p:spPr bwMode="auto">
            <a:xfrm>
              <a:off x="13903325" y="3136900"/>
              <a:ext cx="395288" cy="400050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13" name="Freeform 175"/>
            <p:cNvSpPr>
              <a:spLocks/>
            </p:cNvSpPr>
            <p:nvPr userDrawn="1"/>
          </p:nvSpPr>
          <p:spPr bwMode="auto">
            <a:xfrm>
              <a:off x="14747875" y="3143250"/>
              <a:ext cx="441325" cy="393700"/>
            </a:xfrm>
            <a:custGeom>
              <a:avLst/>
              <a:gdLst>
                <a:gd name="T0" fmla="*/ 200 w 278"/>
                <a:gd name="T1" fmla="*/ 0 h 248"/>
                <a:gd name="T2" fmla="*/ 139 w 278"/>
                <a:gd name="T3" fmla="*/ 169 h 248"/>
                <a:gd name="T4" fmla="*/ 77 w 278"/>
                <a:gd name="T5" fmla="*/ 0 h 248"/>
                <a:gd name="T6" fmla="*/ 0 w 278"/>
                <a:gd name="T7" fmla="*/ 0 h 248"/>
                <a:gd name="T8" fmla="*/ 102 w 278"/>
                <a:gd name="T9" fmla="*/ 248 h 248"/>
                <a:gd name="T10" fmla="*/ 176 w 278"/>
                <a:gd name="T11" fmla="*/ 248 h 248"/>
                <a:gd name="T12" fmla="*/ 278 w 278"/>
                <a:gd name="T13" fmla="*/ 0 h 248"/>
                <a:gd name="T14" fmla="*/ 200 w 278"/>
                <a:gd name="T15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248">
                  <a:moveTo>
                    <a:pt x="200" y="0"/>
                  </a:moveTo>
                  <a:lnTo>
                    <a:pt x="139" y="169"/>
                  </a:lnTo>
                  <a:lnTo>
                    <a:pt x="77" y="0"/>
                  </a:lnTo>
                  <a:lnTo>
                    <a:pt x="0" y="0"/>
                  </a:lnTo>
                  <a:lnTo>
                    <a:pt x="102" y="248"/>
                  </a:lnTo>
                  <a:lnTo>
                    <a:pt x="176" y="248"/>
                  </a:lnTo>
                  <a:lnTo>
                    <a:pt x="278" y="0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14" name="Freeform 176"/>
            <p:cNvSpPr>
              <a:spLocks noEditPoints="1"/>
            </p:cNvSpPr>
            <p:nvPr userDrawn="1"/>
          </p:nvSpPr>
          <p:spPr bwMode="auto">
            <a:xfrm>
              <a:off x="13454063" y="3136900"/>
              <a:ext cx="409575" cy="406400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15" name="Freeform 177"/>
            <p:cNvSpPr>
              <a:spLocks/>
            </p:cNvSpPr>
            <p:nvPr userDrawn="1"/>
          </p:nvSpPr>
          <p:spPr bwMode="auto">
            <a:xfrm>
              <a:off x="13087350" y="3025775"/>
              <a:ext cx="355600" cy="511175"/>
            </a:xfrm>
            <a:custGeom>
              <a:avLst/>
              <a:gdLst>
                <a:gd name="T0" fmla="*/ 224 w 224"/>
                <a:gd name="T1" fmla="*/ 259 h 322"/>
                <a:gd name="T2" fmla="*/ 69 w 224"/>
                <a:gd name="T3" fmla="*/ 259 h 322"/>
                <a:gd name="T4" fmla="*/ 69 w 224"/>
                <a:gd name="T5" fmla="*/ 0 h 322"/>
                <a:gd name="T6" fmla="*/ 0 w 224"/>
                <a:gd name="T7" fmla="*/ 0 h 322"/>
                <a:gd name="T8" fmla="*/ 0 w 224"/>
                <a:gd name="T9" fmla="*/ 322 h 322"/>
                <a:gd name="T10" fmla="*/ 224 w 224"/>
                <a:gd name="T11" fmla="*/ 322 h 322"/>
                <a:gd name="T12" fmla="*/ 224 w 224"/>
                <a:gd name="T13" fmla="*/ 259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4" h="322">
                  <a:moveTo>
                    <a:pt x="224" y="259"/>
                  </a:moveTo>
                  <a:lnTo>
                    <a:pt x="69" y="259"/>
                  </a:lnTo>
                  <a:lnTo>
                    <a:pt x="69" y="0"/>
                  </a:lnTo>
                  <a:lnTo>
                    <a:pt x="0" y="0"/>
                  </a:lnTo>
                  <a:lnTo>
                    <a:pt x="0" y="322"/>
                  </a:lnTo>
                  <a:lnTo>
                    <a:pt x="224" y="322"/>
                  </a:lnTo>
                  <a:lnTo>
                    <a:pt x="224" y="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16" name="Freeform 178"/>
            <p:cNvSpPr>
              <a:spLocks noEditPoints="1"/>
            </p:cNvSpPr>
            <p:nvPr userDrawn="1"/>
          </p:nvSpPr>
          <p:spPr bwMode="auto">
            <a:xfrm>
              <a:off x="15173325" y="3136900"/>
              <a:ext cx="422275" cy="406400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17" name="Freeform 179"/>
            <p:cNvSpPr>
              <a:spLocks noEditPoints="1"/>
            </p:cNvSpPr>
            <p:nvPr userDrawn="1"/>
          </p:nvSpPr>
          <p:spPr bwMode="auto">
            <a:xfrm>
              <a:off x="14341475" y="3136900"/>
              <a:ext cx="422275" cy="406400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9" name="TextBox 48"/>
          <p:cNvSpPr txBox="1"/>
          <p:nvPr userDrawn="1"/>
        </p:nvSpPr>
        <p:spPr>
          <a:xfrm>
            <a:off x="548783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8531059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987" rtl="0" eaLnBrk="1" latinLnBrk="0" hangingPunct="1">
              <a:lnSpc>
                <a:spcPts val="7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Three Lines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6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2118" name="Group 2117"/>
          <p:cNvGrpSpPr/>
          <p:nvPr userDrawn="1"/>
        </p:nvGrpSpPr>
        <p:grpSpPr>
          <a:xfrm rot="16200000">
            <a:off x="10144785" y="2414553"/>
            <a:ext cx="3070226" cy="1024204"/>
            <a:chOff x="12801600" y="2792413"/>
            <a:chExt cx="3070226" cy="1023937"/>
          </a:xfrm>
        </p:grpSpPr>
        <p:sp>
          <p:nvSpPr>
            <p:cNvPr id="122" name="Freeform 137"/>
            <p:cNvSpPr>
              <a:spLocks/>
            </p:cNvSpPr>
            <p:nvPr userDrawn="1"/>
          </p:nvSpPr>
          <p:spPr bwMode="auto">
            <a:xfrm>
              <a:off x="15401925" y="3484563"/>
              <a:ext cx="469900" cy="293687"/>
            </a:xfrm>
            <a:custGeom>
              <a:avLst/>
              <a:gdLst>
                <a:gd name="T0" fmla="*/ 295 w 296"/>
                <a:gd name="T1" fmla="*/ 0 h 185"/>
                <a:gd name="T2" fmla="*/ 0 w 296"/>
                <a:gd name="T3" fmla="*/ 2 h 185"/>
                <a:gd name="T4" fmla="*/ 108 w 296"/>
                <a:gd name="T5" fmla="*/ 185 h 185"/>
                <a:gd name="T6" fmla="*/ 295 w 296"/>
                <a:gd name="T7" fmla="*/ 128 h 185"/>
                <a:gd name="T8" fmla="*/ 296 w 296"/>
                <a:gd name="T9" fmla="*/ 128 h 185"/>
                <a:gd name="T10" fmla="*/ 296 w 296"/>
                <a:gd name="T11" fmla="*/ 0 h 185"/>
                <a:gd name="T12" fmla="*/ 295 w 296"/>
                <a:gd name="T13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185">
                  <a:moveTo>
                    <a:pt x="295" y="0"/>
                  </a:moveTo>
                  <a:lnTo>
                    <a:pt x="0" y="2"/>
                  </a:lnTo>
                  <a:lnTo>
                    <a:pt x="108" y="185"/>
                  </a:lnTo>
                  <a:lnTo>
                    <a:pt x="295" y="128"/>
                  </a:lnTo>
                  <a:lnTo>
                    <a:pt x="296" y="128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3" name="Freeform 138"/>
            <p:cNvSpPr>
              <a:spLocks/>
            </p:cNvSpPr>
            <p:nvPr userDrawn="1"/>
          </p:nvSpPr>
          <p:spPr bwMode="auto">
            <a:xfrm>
              <a:off x="14303375" y="2792413"/>
              <a:ext cx="806450" cy="171450"/>
            </a:xfrm>
            <a:custGeom>
              <a:avLst/>
              <a:gdLst>
                <a:gd name="T0" fmla="*/ 100 w 508"/>
                <a:gd name="T1" fmla="*/ 9 h 108"/>
                <a:gd name="T2" fmla="*/ 0 w 508"/>
                <a:gd name="T3" fmla="*/ 108 h 108"/>
                <a:gd name="T4" fmla="*/ 465 w 508"/>
                <a:gd name="T5" fmla="*/ 9 h 108"/>
                <a:gd name="T6" fmla="*/ 508 w 508"/>
                <a:gd name="T7" fmla="*/ 0 h 108"/>
                <a:gd name="T8" fmla="*/ 109 w 508"/>
                <a:gd name="T9" fmla="*/ 0 h 108"/>
                <a:gd name="T10" fmla="*/ 100 w 508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8" h="108">
                  <a:moveTo>
                    <a:pt x="100" y="9"/>
                  </a:moveTo>
                  <a:lnTo>
                    <a:pt x="0" y="108"/>
                  </a:lnTo>
                  <a:lnTo>
                    <a:pt x="465" y="9"/>
                  </a:lnTo>
                  <a:lnTo>
                    <a:pt x="508" y="0"/>
                  </a:lnTo>
                  <a:lnTo>
                    <a:pt x="109" y="0"/>
                  </a:lnTo>
                  <a:lnTo>
                    <a:pt x="100" y="9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4" name="Freeform 139"/>
            <p:cNvSpPr>
              <a:spLocks/>
            </p:cNvSpPr>
            <p:nvPr userDrawn="1"/>
          </p:nvSpPr>
          <p:spPr bwMode="auto">
            <a:xfrm>
              <a:off x="12812713" y="3275013"/>
              <a:ext cx="393700" cy="541337"/>
            </a:xfrm>
            <a:custGeom>
              <a:avLst/>
              <a:gdLst>
                <a:gd name="T0" fmla="*/ 66 w 248"/>
                <a:gd name="T1" fmla="*/ 0 h 341"/>
                <a:gd name="T2" fmla="*/ 3 w 248"/>
                <a:gd name="T3" fmla="*/ 329 h 341"/>
                <a:gd name="T4" fmla="*/ 0 w 248"/>
                <a:gd name="T5" fmla="*/ 341 h 341"/>
                <a:gd name="T6" fmla="*/ 3 w 248"/>
                <a:gd name="T7" fmla="*/ 341 h 341"/>
                <a:gd name="T8" fmla="*/ 192 w 248"/>
                <a:gd name="T9" fmla="*/ 341 h 341"/>
                <a:gd name="T10" fmla="*/ 248 w 248"/>
                <a:gd name="T11" fmla="*/ 341 h 341"/>
                <a:gd name="T12" fmla="*/ 245 w 248"/>
                <a:gd name="T13" fmla="*/ 336 h 341"/>
                <a:gd name="T14" fmla="*/ 66 w 248"/>
                <a:gd name="T15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8" h="341">
                  <a:moveTo>
                    <a:pt x="66" y="0"/>
                  </a:moveTo>
                  <a:lnTo>
                    <a:pt x="3" y="329"/>
                  </a:lnTo>
                  <a:lnTo>
                    <a:pt x="0" y="341"/>
                  </a:lnTo>
                  <a:lnTo>
                    <a:pt x="3" y="341"/>
                  </a:lnTo>
                  <a:lnTo>
                    <a:pt x="192" y="341"/>
                  </a:lnTo>
                  <a:lnTo>
                    <a:pt x="248" y="341"/>
                  </a:lnTo>
                  <a:lnTo>
                    <a:pt x="245" y="336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5" name="Freeform 140"/>
            <p:cNvSpPr>
              <a:spLocks/>
            </p:cNvSpPr>
            <p:nvPr userDrawn="1"/>
          </p:nvSpPr>
          <p:spPr bwMode="auto">
            <a:xfrm>
              <a:off x="15241588" y="3487738"/>
              <a:ext cx="168275" cy="328612"/>
            </a:xfrm>
            <a:custGeom>
              <a:avLst/>
              <a:gdLst>
                <a:gd name="T0" fmla="*/ 101 w 106"/>
                <a:gd name="T1" fmla="*/ 0 h 207"/>
                <a:gd name="T2" fmla="*/ 0 w 106"/>
                <a:gd name="T3" fmla="*/ 171 h 207"/>
                <a:gd name="T4" fmla="*/ 20 w 106"/>
                <a:gd name="T5" fmla="*/ 207 h 207"/>
                <a:gd name="T6" fmla="*/ 106 w 106"/>
                <a:gd name="T7" fmla="*/ 207 h 207"/>
                <a:gd name="T8" fmla="*/ 101 w 106"/>
                <a:gd name="T9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207">
                  <a:moveTo>
                    <a:pt x="101" y="0"/>
                  </a:moveTo>
                  <a:lnTo>
                    <a:pt x="0" y="171"/>
                  </a:lnTo>
                  <a:lnTo>
                    <a:pt x="20" y="207"/>
                  </a:lnTo>
                  <a:lnTo>
                    <a:pt x="106" y="20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6" name="Freeform 141"/>
            <p:cNvSpPr>
              <a:spLocks/>
            </p:cNvSpPr>
            <p:nvPr userDrawn="1"/>
          </p:nvSpPr>
          <p:spPr bwMode="auto">
            <a:xfrm>
              <a:off x="14303375" y="2963863"/>
              <a:ext cx="268288" cy="741362"/>
            </a:xfrm>
            <a:custGeom>
              <a:avLst/>
              <a:gdLst>
                <a:gd name="T0" fmla="*/ 30 w 169"/>
                <a:gd name="T1" fmla="*/ 467 h 467"/>
                <a:gd name="T2" fmla="*/ 169 w 169"/>
                <a:gd name="T3" fmla="*/ 103 h 467"/>
                <a:gd name="T4" fmla="*/ 0 w 169"/>
                <a:gd name="T5" fmla="*/ 0 h 467"/>
                <a:gd name="T6" fmla="*/ 30 w 169"/>
                <a:gd name="T7" fmla="*/ 46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9" h="467">
                  <a:moveTo>
                    <a:pt x="30" y="467"/>
                  </a:moveTo>
                  <a:lnTo>
                    <a:pt x="169" y="103"/>
                  </a:lnTo>
                  <a:lnTo>
                    <a:pt x="0" y="0"/>
                  </a:lnTo>
                  <a:lnTo>
                    <a:pt x="30" y="467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7" name="Freeform 142"/>
            <p:cNvSpPr>
              <a:spLocks/>
            </p:cNvSpPr>
            <p:nvPr userDrawn="1"/>
          </p:nvSpPr>
          <p:spPr bwMode="auto">
            <a:xfrm>
              <a:off x="12801600" y="3275013"/>
              <a:ext cx="115888" cy="541337"/>
            </a:xfrm>
            <a:custGeom>
              <a:avLst/>
              <a:gdLst>
                <a:gd name="T0" fmla="*/ 0 w 73"/>
                <a:gd name="T1" fmla="*/ 82 h 341"/>
                <a:gd name="T2" fmla="*/ 0 w 73"/>
                <a:gd name="T3" fmla="*/ 341 h 341"/>
                <a:gd name="T4" fmla="*/ 6 w 73"/>
                <a:gd name="T5" fmla="*/ 341 h 341"/>
                <a:gd name="T6" fmla="*/ 7 w 73"/>
                <a:gd name="T7" fmla="*/ 341 h 341"/>
                <a:gd name="T8" fmla="*/ 10 w 73"/>
                <a:gd name="T9" fmla="*/ 329 h 341"/>
                <a:gd name="T10" fmla="*/ 73 w 73"/>
                <a:gd name="T11" fmla="*/ 0 h 341"/>
                <a:gd name="T12" fmla="*/ 10 w 73"/>
                <a:gd name="T13" fmla="*/ 71 h 341"/>
                <a:gd name="T14" fmla="*/ 0 w 73"/>
                <a:gd name="T15" fmla="*/ 8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341">
                  <a:moveTo>
                    <a:pt x="0" y="82"/>
                  </a:moveTo>
                  <a:lnTo>
                    <a:pt x="0" y="341"/>
                  </a:lnTo>
                  <a:lnTo>
                    <a:pt x="6" y="341"/>
                  </a:lnTo>
                  <a:lnTo>
                    <a:pt x="7" y="341"/>
                  </a:lnTo>
                  <a:lnTo>
                    <a:pt x="10" y="329"/>
                  </a:lnTo>
                  <a:lnTo>
                    <a:pt x="73" y="0"/>
                  </a:lnTo>
                  <a:lnTo>
                    <a:pt x="10" y="71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8" name="Freeform 143"/>
            <p:cNvSpPr>
              <a:spLocks/>
            </p:cNvSpPr>
            <p:nvPr userDrawn="1"/>
          </p:nvSpPr>
          <p:spPr bwMode="auto">
            <a:xfrm>
              <a:off x="12917488" y="2963863"/>
              <a:ext cx="1385888" cy="311150"/>
            </a:xfrm>
            <a:custGeom>
              <a:avLst/>
              <a:gdLst>
                <a:gd name="T0" fmla="*/ 655 w 873"/>
                <a:gd name="T1" fmla="*/ 187 h 196"/>
                <a:gd name="T2" fmla="*/ 873 w 873"/>
                <a:gd name="T3" fmla="*/ 0 h 196"/>
                <a:gd name="T4" fmla="*/ 0 w 873"/>
                <a:gd name="T5" fmla="*/ 196 h 196"/>
                <a:gd name="T6" fmla="*/ 655 w 873"/>
                <a:gd name="T7" fmla="*/ 187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3" h="196">
                  <a:moveTo>
                    <a:pt x="655" y="187"/>
                  </a:moveTo>
                  <a:lnTo>
                    <a:pt x="873" y="0"/>
                  </a:lnTo>
                  <a:lnTo>
                    <a:pt x="0" y="196"/>
                  </a:lnTo>
                  <a:lnTo>
                    <a:pt x="655" y="187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9" name="Freeform 144"/>
            <p:cNvSpPr>
              <a:spLocks/>
            </p:cNvSpPr>
            <p:nvPr userDrawn="1"/>
          </p:nvSpPr>
          <p:spPr bwMode="auto">
            <a:xfrm>
              <a:off x="14351000" y="2792413"/>
              <a:ext cx="822325" cy="912812"/>
            </a:xfrm>
            <a:custGeom>
              <a:avLst/>
              <a:gdLst>
                <a:gd name="T0" fmla="*/ 513 w 518"/>
                <a:gd name="T1" fmla="*/ 0 h 575"/>
                <a:gd name="T2" fmla="*/ 505 w 518"/>
                <a:gd name="T3" fmla="*/ 9 h 575"/>
                <a:gd name="T4" fmla="*/ 499 w 518"/>
                <a:gd name="T5" fmla="*/ 16 h 575"/>
                <a:gd name="T6" fmla="*/ 0 w 518"/>
                <a:gd name="T7" fmla="*/ 575 h 575"/>
                <a:gd name="T8" fmla="*/ 410 w 518"/>
                <a:gd name="T9" fmla="*/ 246 h 575"/>
                <a:gd name="T10" fmla="*/ 512 w 518"/>
                <a:gd name="T11" fmla="*/ 14 h 575"/>
                <a:gd name="T12" fmla="*/ 514 w 518"/>
                <a:gd name="T13" fmla="*/ 9 h 575"/>
                <a:gd name="T14" fmla="*/ 518 w 518"/>
                <a:gd name="T15" fmla="*/ 0 h 575"/>
                <a:gd name="T16" fmla="*/ 513 w 518"/>
                <a:gd name="T17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8" h="575">
                  <a:moveTo>
                    <a:pt x="513" y="0"/>
                  </a:moveTo>
                  <a:lnTo>
                    <a:pt x="505" y="9"/>
                  </a:lnTo>
                  <a:lnTo>
                    <a:pt x="499" y="16"/>
                  </a:lnTo>
                  <a:lnTo>
                    <a:pt x="0" y="575"/>
                  </a:lnTo>
                  <a:lnTo>
                    <a:pt x="410" y="246"/>
                  </a:lnTo>
                  <a:lnTo>
                    <a:pt x="512" y="14"/>
                  </a:lnTo>
                  <a:lnTo>
                    <a:pt x="514" y="9"/>
                  </a:lnTo>
                  <a:lnTo>
                    <a:pt x="518" y="0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0" name="Freeform 145"/>
            <p:cNvSpPr>
              <a:spLocks/>
            </p:cNvSpPr>
            <p:nvPr userDrawn="1"/>
          </p:nvSpPr>
          <p:spPr bwMode="auto">
            <a:xfrm>
              <a:off x="12801600" y="3143250"/>
              <a:ext cx="115888" cy="131762"/>
            </a:xfrm>
            <a:custGeom>
              <a:avLst/>
              <a:gdLst>
                <a:gd name="T0" fmla="*/ 0 w 73"/>
                <a:gd name="T1" fmla="*/ 0 h 83"/>
                <a:gd name="T2" fmla="*/ 0 w 73"/>
                <a:gd name="T3" fmla="*/ 52 h 83"/>
                <a:gd name="T4" fmla="*/ 10 w 73"/>
                <a:gd name="T5" fmla="*/ 56 h 83"/>
                <a:gd name="T6" fmla="*/ 73 w 73"/>
                <a:gd name="T7" fmla="*/ 83 h 83"/>
                <a:gd name="T8" fmla="*/ 10 w 73"/>
                <a:gd name="T9" fmla="*/ 11 h 83"/>
                <a:gd name="T10" fmla="*/ 0 w 73"/>
                <a:gd name="T11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3">
                  <a:moveTo>
                    <a:pt x="0" y="0"/>
                  </a:moveTo>
                  <a:lnTo>
                    <a:pt x="0" y="52"/>
                  </a:lnTo>
                  <a:lnTo>
                    <a:pt x="10" y="56"/>
                  </a:lnTo>
                  <a:lnTo>
                    <a:pt x="73" y="83"/>
                  </a:lnTo>
                  <a:lnTo>
                    <a:pt x="1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1" name="Freeform 146"/>
            <p:cNvSpPr>
              <a:spLocks/>
            </p:cNvSpPr>
            <p:nvPr userDrawn="1"/>
          </p:nvSpPr>
          <p:spPr bwMode="auto">
            <a:xfrm>
              <a:off x="15228888" y="2792413"/>
              <a:ext cx="642938" cy="136525"/>
            </a:xfrm>
            <a:custGeom>
              <a:avLst/>
              <a:gdLst>
                <a:gd name="T0" fmla="*/ 404 w 405"/>
                <a:gd name="T1" fmla="*/ 0 h 86"/>
                <a:gd name="T2" fmla="*/ 40 w 405"/>
                <a:gd name="T3" fmla="*/ 0 h 86"/>
                <a:gd name="T4" fmla="*/ 0 w 405"/>
                <a:gd name="T5" fmla="*/ 0 h 86"/>
                <a:gd name="T6" fmla="*/ 14 w 405"/>
                <a:gd name="T7" fmla="*/ 4 h 86"/>
                <a:gd name="T8" fmla="*/ 30 w 405"/>
                <a:gd name="T9" fmla="*/ 9 h 86"/>
                <a:gd name="T10" fmla="*/ 290 w 405"/>
                <a:gd name="T11" fmla="*/ 86 h 86"/>
                <a:gd name="T12" fmla="*/ 404 w 405"/>
                <a:gd name="T13" fmla="*/ 44 h 86"/>
                <a:gd name="T14" fmla="*/ 405 w 405"/>
                <a:gd name="T15" fmla="*/ 43 h 86"/>
                <a:gd name="T16" fmla="*/ 405 w 405"/>
                <a:gd name="T17" fmla="*/ 9 h 86"/>
                <a:gd name="T18" fmla="*/ 405 w 405"/>
                <a:gd name="T19" fmla="*/ 0 h 86"/>
                <a:gd name="T20" fmla="*/ 404 w 405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5" h="86">
                  <a:moveTo>
                    <a:pt x="404" y="0"/>
                  </a:moveTo>
                  <a:lnTo>
                    <a:pt x="40" y="0"/>
                  </a:lnTo>
                  <a:lnTo>
                    <a:pt x="0" y="0"/>
                  </a:lnTo>
                  <a:lnTo>
                    <a:pt x="14" y="4"/>
                  </a:lnTo>
                  <a:lnTo>
                    <a:pt x="30" y="9"/>
                  </a:lnTo>
                  <a:lnTo>
                    <a:pt x="290" y="86"/>
                  </a:lnTo>
                  <a:lnTo>
                    <a:pt x="404" y="44"/>
                  </a:lnTo>
                  <a:lnTo>
                    <a:pt x="405" y="43"/>
                  </a:lnTo>
                  <a:lnTo>
                    <a:pt x="405" y="9"/>
                  </a:lnTo>
                  <a:lnTo>
                    <a:pt x="405" y="0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2" name="Freeform 147"/>
            <p:cNvSpPr>
              <a:spLocks/>
            </p:cNvSpPr>
            <p:nvPr userDrawn="1"/>
          </p:nvSpPr>
          <p:spPr bwMode="auto">
            <a:xfrm>
              <a:off x="12917488" y="3260725"/>
              <a:ext cx="1433513" cy="444500"/>
            </a:xfrm>
            <a:custGeom>
              <a:avLst/>
              <a:gdLst>
                <a:gd name="T0" fmla="*/ 0 w 903"/>
                <a:gd name="T1" fmla="*/ 9 h 280"/>
                <a:gd name="T2" fmla="*/ 903 w 903"/>
                <a:gd name="T3" fmla="*/ 280 h 280"/>
                <a:gd name="T4" fmla="*/ 655 w 903"/>
                <a:gd name="T5" fmla="*/ 0 h 280"/>
                <a:gd name="T6" fmla="*/ 0 w 903"/>
                <a:gd name="T7" fmla="*/ 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3" h="280">
                  <a:moveTo>
                    <a:pt x="0" y="9"/>
                  </a:moveTo>
                  <a:lnTo>
                    <a:pt x="903" y="280"/>
                  </a:lnTo>
                  <a:lnTo>
                    <a:pt x="655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3" name="Freeform 148"/>
            <p:cNvSpPr>
              <a:spLocks/>
            </p:cNvSpPr>
            <p:nvPr userDrawn="1"/>
          </p:nvSpPr>
          <p:spPr bwMode="auto">
            <a:xfrm>
              <a:off x="14303375" y="2792413"/>
              <a:ext cx="173038" cy="171450"/>
            </a:xfrm>
            <a:custGeom>
              <a:avLst/>
              <a:gdLst>
                <a:gd name="T0" fmla="*/ 109 w 109"/>
                <a:gd name="T1" fmla="*/ 0 h 108"/>
                <a:gd name="T2" fmla="*/ 26 w 109"/>
                <a:gd name="T3" fmla="*/ 0 h 108"/>
                <a:gd name="T4" fmla="*/ 24 w 109"/>
                <a:gd name="T5" fmla="*/ 9 h 108"/>
                <a:gd name="T6" fmla="*/ 0 w 109"/>
                <a:gd name="T7" fmla="*/ 108 h 108"/>
                <a:gd name="T8" fmla="*/ 100 w 109"/>
                <a:gd name="T9" fmla="*/ 9 h 108"/>
                <a:gd name="T10" fmla="*/ 109 w 109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" h="108">
                  <a:moveTo>
                    <a:pt x="109" y="0"/>
                  </a:moveTo>
                  <a:lnTo>
                    <a:pt x="26" y="0"/>
                  </a:lnTo>
                  <a:lnTo>
                    <a:pt x="24" y="9"/>
                  </a:lnTo>
                  <a:lnTo>
                    <a:pt x="0" y="108"/>
                  </a:lnTo>
                  <a:lnTo>
                    <a:pt x="100" y="9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4" name="Freeform 149"/>
            <p:cNvSpPr>
              <a:spLocks/>
            </p:cNvSpPr>
            <p:nvPr userDrawn="1"/>
          </p:nvSpPr>
          <p:spPr bwMode="auto">
            <a:xfrm>
              <a:off x="14351000" y="3487738"/>
              <a:ext cx="1050925" cy="271462"/>
            </a:xfrm>
            <a:custGeom>
              <a:avLst/>
              <a:gdLst>
                <a:gd name="T0" fmla="*/ 561 w 662"/>
                <a:gd name="T1" fmla="*/ 171 h 171"/>
                <a:gd name="T2" fmla="*/ 662 w 662"/>
                <a:gd name="T3" fmla="*/ 0 h 171"/>
                <a:gd name="T4" fmla="*/ 0 w 662"/>
                <a:gd name="T5" fmla="*/ 137 h 171"/>
                <a:gd name="T6" fmla="*/ 561 w 662"/>
                <a:gd name="T7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171">
                  <a:moveTo>
                    <a:pt x="561" y="171"/>
                  </a:moveTo>
                  <a:lnTo>
                    <a:pt x="662" y="0"/>
                  </a:lnTo>
                  <a:lnTo>
                    <a:pt x="0" y="137"/>
                  </a:lnTo>
                  <a:lnTo>
                    <a:pt x="561" y="171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5" name="Freeform 150"/>
            <p:cNvSpPr>
              <a:spLocks/>
            </p:cNvSpPr>
            <p:nvPr userDrawn="1"/>
          </p:nvSpPr>
          <p:spPr bwMode="auto">
            <a:xfrm>
              <a:off x="12801600" y="3275013"/>
              <a:ext cx="115888" cy="130175"/>
            </a:xfrm>
            <a:custGeom>
              <a:avLst/>
              <a:gdLst>
                <a:gd name="T0" fmla="*/ 0 w 73"/>
                <a:gd name="T1" fmla="*/ 29 h 82"/>
                <a:gd name="T2" fmla="*/ 0 w 73"/>
                <a:gd name="T3" fmla="*/ 82 h 82"/>
                <a:gd name="T4" fmla="*/ 10 w 73"/>
                <a:gd name="T5" fmla="*/ 71 h 82"/>
                <a:gd name="T6" fmla="*/ 73 w 73"/>
                <a:gd name="T7" fmla="*/ 0 h 82"/>
                <a:gd name="T8" fmla="*/ 10 w 73"/>
                <a:gd name="T9" fmla="*/ 25 h 82"/>
                <a:gd name="T10" fmla="*/ 0 w 73"/>
                <a:gd name="T11" fmla="*/ 29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2">
                  <a:moveTo>
                    <a:pt x="0" y="29"/>
                  </a:moveTo>
                  <a:lnTo>
                    <a:pt x="0" y="82"/>
                  </a:lnTo>
                  <a:lnTo>
                    <a:pt x="10" y="71"/>
                  </a:lnTo>
                  <a:lnTo>
                    <a:pt x="73" y="0"/>
                  </a:lnTo>
                  <a:lnTo>
                    <a:pt x="10" y="25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6" name="Freeform 151"/>
            <p:cNvSpPr>
              <a:spLocks/>
            </p:cNvSpPr>
            <p:nvPr userDrawn="1"/>
          </p:nvSpPr>
          <p:spPr bwMode="auto">
            <a:xfrm>
              <a:off x="12801600" y="2792413"/>
              <a:ext cx="322263" cy="482600"/>
            </a:xfrm>
            <a:custGeom>
              <a:avLst/>
              <a:gdLst>
                <a:gd name="T0" fmla="*/ 203 w 203"/>
                <a:gd name="T1" fmla="*/ 0 h 304"/>
                <a:gd name="T2" fmla="*/ 0 w 203"/>
                <a:gd name="T3" fmla="*/ 0 h 304"/>
                <a:gd name="T4" fmla="*/ 0 w 203"/>
                <a:gd name="T5" fmla="*/ 98 h 304"/>
                <a:gd name="T6" fmla="*/ 10 w 203"/>
                <a:gd name="T7" fmla="*/ 126 h 304"/>
                <a:gd name="T8" fmla="*/ 73 w 203"/>
                <a:gd name="T9" fmla="*/ 304 h 304"/>
                <a:gd name="T10" fmla="*/ 199 w 203"/>
                <a:gd name="T11" fmla="*/ 9 h 304"/>
                <a:gd name="T12" fmla="*/ 203 w 203"/>
                <a:gd name="T1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304">
                  <a:moveTo>
                    <a:pt x="203" y="0"/>
                  </a:moveTo>
                  <a:lnTo>
                    <a:pt x="0" y="0"/>
                  </a:lnTo>
                  <a:lnTo>
                    <a:pt x="0" y="98"/>
                  </a:lnTo>
                  <a:lnTo>
                    <a:pt x="10" y="126"/>
                  </a:lnTo>
                  <a:lnTo>
                    <a:pt x="73" y="304"/>
                  </a:lnTo>
                  <a:lnTo>
                    <a:pt x="199" y="9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7" name="Freeform 152"/>
            <p:cNvSpPr>
              <a:spLocks/>
            </p:cNvSpPr>
            <p:nvPr userDrawn="1"/>
          </p:nvSpPr>
          <p:spPr bwMode="auto">
            <a:xfrm>
              <a:off x="14351000" y="2792413"/>
              <a:ext cx="814388" cy="912812"/>
            </a:xfrm>
            <a:custGeom>
              <a:avLst/>
              <a:gdLst>
                <a:gd name="T0" fmla="*/ 490 w 513"/>
                <a:gd name="T1" fmla="*/ 9 h 575"/>
                <a:gd name="T2" fmla="*/ 468 w 513"/>
                <a:gd name="T3" fmla="*/ 22 h 575"/>
                <a:gd name="T4" fmla="*/ 139 w 513"/>
                <a:gd name="T5" fmla="*/ 211 h 575"/>
                <a:gd name="T6" fmla="*/ 0 w 513"/>
                <a:gd name="T7" fmla="*/ 575 h 575"/>
                <a:gd name="T8" fmla="*/ 499 w 513"/>
                <a:gd name="T9" fmla="*/ 16 h 575"/>
                <a:gd name="T10" fmla="*/ 505 w 513"/>
                <a:gd name="T11" fmla="*/ 9 h 575"/>
                <a:gd name="T12" fmla="*/ 513 w 513"/>
                <a:gd name="T13" fmla="*/ 0 h 575"/>
                <a:gd name="T14" fmla="*/ 505 w 513"/>
                <a:gd name="T15" fmla="*/ 0 h 575"/>
                <a:gd name="T16" fmla="*/ 490 w 513"/>
                <a:gd name="T17" fmla="*/ 9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3" h="575">
                  <a:moveTo>
                    <a:pt x="490" y="9"/>
                  </a:moveTo>
                  <a:lnTo>
                    <a:pt x="468" y="22"/>
                  </a:lnTo>
                  <a:lnTo>
                    <a:pt x="139" y="211"/>
                  </a:lnTo>
                  <a:lnTo>
                    <a:pt x="0" y="575"/>
                  </a:lnTo>
                  <a:lnTo>
                    <a:pt x="499" y="16"/>
                  </a:lnTo>
                  <a:lnTo>
                    <a:pt x="505" y="9"/>
                  </a:lnTo>
                  <a:lnTo>
                    <a:pt x="513" y="0"/>
                  </a:lnTo>
                  <a:lnTo>
                    <a:pt x="505" y="0"/>
                  </a:lnTo>
                  <a:lnTo>
                    <a:pt x="490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8" name="Freeform 153"/>
            <p:cNvSpPr>
              <a:spLocks/>
            </p:cNvSpPr>
            <p:nvPr userDrawn="1"/>
          </p:nvSpPr>
          <p:spPr bwMode="auto">
            <a:xfrm>
              <a:off x="15184438" y="2792413"/>
              <a:ext cx="504825" cy="695325"/>
            </a:xfrm>
            <a:custGeom>
              <a:avLst/>
              <a:gdLst>
                <a:gd name="T0" fmla="*/ 58 w 318"/>
                <a:gd name="T1" fmla="*/ 9 h 438"/>
                <a:gd name="T2" fmla="*/ 42 w 318"/>
                <a:gd name="T3" fmla="*/ 4 h 438"/>
                <a:gd name="T4" fmla="*/ 28 w 318"/>
                <a:gd name="T5" fmla="*/ 0 h 438"/>
                <a:gd name="T6" fmla="*/ 0 w 318"/>
                <a:gd name="T7" fmla="*/ 0 h 438"/>
                <a:gd name="T8" fmla="*/ 3 w 318"/>
                <a:gd name="T9" fmla="*/ 9 h 438"/>
                <a:gd name="T10" fmla="*/ 3 w 318"/>
                <a:gd name="T11" fmla="*/ 11 h 438"/>
                <a:gd name="T12" fmla="*/ 137 w 318"/>
                <a:gd name="T13" fmla="*/ 438 h 438"/>
                <a:gd name="T14" fmla="*/ 318 w 318"/>
                <a:gd name="T15" fmla="*/ 86 h 438"/>
                <a:gd name="T16" fmla="*/ 58 w 318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8" h="438">
                  <a:moveTo>
                    <a:pt x="58" y="9"/>
                  </a:moveTo>
                  <a:lnTo>
                    <a:pt x="42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3" y="9"/>
                  </a:lnTo>
                  <a:lnTo>
                    <a:pt x="3" y="11"/>
                  </a:lnTo>
                  <a:lnTo>
                    <a:pt x="137" y="438"/>
                  </a:lnTo>
                  <a:lnTo>
                    <a:pt x="318" y="86"/>
                  </a:lnTo>
                  <a:lnTo>
                    <a:pt x="58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9" name="Freeform 154"/>
            <p:cNvSpPr>
              <a:spLocks/>
            </p:cNvSpPr>
            <p:nvPr userDrawn="1"/>
          </p:nvSpPr>
          <p:spPr bwMode="auto">
            <a:xfrm>
              <a:off x="13995400" y="3705225"/>
              <a:ext cx="639763" cy="111125"/>
            </a:xfrm>
            <a:custGeom>
              <a:avLst/>
              <a:gdLst>
                <a:gd name="T0" fmla="*/ 403 w 403"/>
                <a:gd name="T1" fmla="*/ 70 h 70"/>
                <a:gd name="T2" fmla="*/ 224 w 403"/>
                <a:gd name="T3" fmla="*/ 0 h 70"/>
                <a:gd name="T4" fmla="*/ 0 w 403"/>
                <a:gd name="T5" fmla="*/ 70 h 70"/>
                <a:gd name="T6" fmla="*/ 403 w 403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3" h="70">
                  <a:moveTo>
                    <a:pt x="403" y="70"/>
                  </a:moveTo>
                  <a:lnTo>
                    <a:pt x="224" y="0"/>
                  </a:lnTo>
                  <a:lnTo>
                    <a:pt x="0" y="70"/>
                  </a:lnTo>
                  <a:lnTo>
                    <a:pt x="403" y="7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0" name="Freeform 155"/>
            <p:cNvSpPr>
              <a:spLocks/>
            </p:cNvSpPr>
            <p:nvPr userDrawn="1"/>
          </p:nvSpPr>
          <p:spPr bwMode="auto">
            <a:xfrm>
              <a:off x="12801600" y="2949575"/>
              <a:ext cx="115888" cy="325437"/>
            </a:xfrm>
            <a:custGeom>
              <a:avLst/>
              <a:gdLst>
                <a:gd name="T0" fmla="*/ 0 w 73"/>
                <a:gd name="T1" fmla="*/ 0 h 205"/>
                <a:gd name="T2" fmla="*/ 0 w 73"/>
                <a:gd name="T3" fmla="*/ 122 h 205"/>
                <a:gd name="T4" fmla="*/ 10 w 73"/>
                <a:gd name="T5" fmla="*/ 133 h 205"/>
                <a:gd name="T6" fmla="*/ 73 w 73"/>
                <a:gd name="T7" fmla="*/ 205 h 205"/>
                <a:gd name="T8" fmla="*/ 10 w 73"/>
                <a:gd name="T9" fmla="*/ 28 h 205"/>
                <a:gd name="T10" fmla="*/ 0 w 73"/>
                <a:gd name="T11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205">
                  <a:moveTo>
                    <a:pt x="0" y="0"/>
                  </a:moveTo>
                  <a:lnTo>
                    <a:pt x="0" y="122"/>
                  </a:lnTo>
                  <a:lnTo>
                    <a:pt x="10" y="133"/>
                  </a:lnTo>
                  <a:lnTo>
                    <a:pt x="73" y="205"/>
                  </a:lnTo>
                  <a:lnTo>
                    <a:pt x="1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1" name="Freeform 156"/>
            <p:cNvSpPr>
              <a:spLocks/>
            </p:cNvSpPr>
            <p:nvPr userDrawn="1"/>
          </p:nvSpPr>
          <p:spPr bwMode="auto">
            <a:xfrm>
              <a:off x="13708063" y="2792413"/>
              <a:ext cx="595313" cy="171450"/>
            </a:xfrm>
            <a:custGeom>
              <a:avLst/>
              <a:gdLst>
                <a:gd name="T0" fmla="*/ 236 w 375"/>
                <a:gd name="T1" fmla="*/ 9 h 108"/>
                <a:gd name="T2" fmla="*/ 223 w 375"/>
                <a:gd name="T3" fmla="*/ 0 h 108"/>
                <a:gd name="T4" fmla="*/ 0 w 375"/>
                <a:gd name="T5" fmla="*/ 0 h 108"/>
                <a:gd name="T6" fmla="*/ 31 w 375"/>
                <a:gd name="T7" fmla="*/ 9 h 108"/>
                <a:gd name="T8" fmla="*/ 375 w 375"/>
                <a:gd name="T9" fmla="*/ 108 h 108"/>
                <a:gd name="T10" fmla="*/ 236 w 375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5" h="108">
                  <a:moveTo>
                    <a:pt x="236" y="9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31" y="9"/>
                  </a:lnTo>
                  <a:lnTo>
                    <a:pt x="375" y="108"/>
                  </a:lnTo>
                  <a:lnTo>
                    <a:pt x="236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2" name="Freeform 157"/>
            <p:cNvSpPr>
              <a:spLocks/>
            </p:cNvSpPr>
            <p:nvPr userDrawn="1"/>
          </p:nvSpPr>
          <p:spPr bwMode="auto">
            <a:xfrm>
              <a:off x="15401925" y="2860675"/>
              <a:ext cx="469900" cy="627062"/>
            </a:xfrm>
            <a:custGeom>
              <a:avLst/>
              <a:gdLst>
                <a:gd name="T0" fmla="*/ 295 w 296"/>
                <a:gd name="T1" fmla="*/ 1 h 395"/>
                <a:gd name="T2" fmla="*/ 181 w 296"/>
                <a:gd name="T3" fmla="*/ 43 h 395"/>
                <a:gd name="T4" fmla="*/ 0 w 296"/>
                <a:gd name="T5" fmla="*/ 395 h 395"/>
                <a:gd name="T6" fmla="*/ 295 w 296"/>
                <a:gd name="T7" fmla="*/ 120 h 395"/>
                <a:gd name="T8" fmla="*/ 296 w 296"/>
                <a:gd name="T9" fmla="*/ 119 h 395"/>
                <a:gd name="T10" fmla="*/ 296 w 296"/>
                <a:gd name="T11" fmla="*/ 0 h 395"/>
                <a:gd name="T12" fmla="*/ 295 w 296"/>
                <a:gd name="T13" fmla="*/ 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395">
                  <a:moveTo>
                    <a:pt x="295" y="1"/>
                  </a:moveTo>
                  <a:lnTo>
                    <a:pt x="181" y="43"/>
                  </a:lnTo>
                  <a:lnTo>
                    <a:pt x="0" y="395"/>
                  </a:lnTo>
                  <a:lnTo>
                    <a:pt x="295" y="120"/>
                  </a:lnTo>
                  <a:lnTo>
                    <a:pt x="296" y="119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3" name="Freeform 158"/>
            <p:cNvSpPr>
              <a:spLocks/>
            </p:cNvSpPr>
            <p:nvPr userDrawn="1"/>
          </p:nvSpPr>
          <p:spPr bwMode="auto">
            <a:xfrm>
              <a:off x="15552738" y="3687763"/>
              <a:ext cx="319088" cy="128587"/>
            </a:xfrm>
            <a:custGeom>
              <a:avLst/>
              <a:gdLst>
                <a:gd name="T0" fmla="*/ 13 w 201"/>
                <a:gd name="T1" fmla="*/ 57 h 81"/>
                <a:gd name="T2" fmla="*/ 0 w 201"/>
                <a:gd name="T3" fmla="*/ 81 h 81"/>
                <a:gd name="T4" fmla="*/ 200 w 201"/>
                <a:gd name="T5" fmla="*/ 81 h 81"/>
                <a:gd name="T6" fmla="*/ 201 w 201"/>
                <a:gd name="T7" fmla="*/ 81 h 81"/>
                <a:gd name="T8" fmla="*/ 201 w 201"/>
                <a:gd name="T9" fmla="*/ 0 h 81"/>
                <a:gd name="T10" fmla="*/ 200 w 201"/>
                <a:gd name="T11" fmla="*/ 0 h 81"/>
                <a:gd name="T12" fmla="*/ 13 w 201"/>
                <a:gd name="T13" fmla="*/ 5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81">
                  <a:moveTo>
                    <a:pt x="13" y="57"/>
                  </a:moveTo>
                  <a:lnTo>
                    <a:pt x="0" y="81"/>
                  </a:lnTo>
                  <a:lnTo>
                    <a:pt x="200" y="81"/>
                  </a:lnTo>
                  <a:lnTo>
                    <a:pt x="201" y="81"/>
                  </a:lnTo>
                  <a:lnTo>
                    <a:pt x="201" y="0"/>
                  </a:lnTo>
                  <a:lnTo>
                    <a:pt x="200" y="0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4" name="Freeform 159"/>
            <p:cNvSpPr>
              <a:spLocks/>
            </p:cNvSpPr>
            <p:nvPr userDrawn="1"/>
          </p:nvSpPr>
          <p:spPr bwMode="auto">
            <a:xfrm>
              <a:off x="13303250" y="3705225"/>
              <a:ext cx="1047750" cy="111125"/>
            </a:xfrm>
            <a:custGeom>
              <a:avLst/>
              <a:gdLst>
                <a:gd name="T0" fmla="*/ 436 w 660"/>
                <a:gd name="T1" fmla="*/ 70 h 70"/>
                <a:gd name="T2" fmla="*/ 660 w 660"/>
                <a:gd name="T3" fmla="*/ 0 h 70"/>
                <a:gd name="T4" fmla="*/ 0 w 660"/>
                <a:gd name="T5" fmla="*/ 70 h 70"/>
                <a:gd name="T6" fmla="*/ 436 w 660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0" h="70">
                  <a:moveTo>
                    <a:pt x="436" y="70"/>
                  </a:moveTo>
                  <a:lnTo>
                    <a:pt x="660" y="0"/>
                  </a:lnTo>
                  <a:lnTo>
                    <a:pt x="0" y="70"/>
                  </a:lnTo>
                  <a:lnTo>
                    <a:pt x="436" y="7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5" name="Freeform 160"/>
            <p:cNvSpPr>
              <a:spLocks/>
            </p:cNvSpPr>
            <p:nvPr userDrawn="1"/>
          </p:nvSpPr>
          <p:spPr bwMode="auto">
            <a:xfrm>
              <a:off x="12917488" y="2792413"/>
              <a:ext cx="555625" cy="482600"/>
            </a:xfrm>
            <a:custGeom>
              <a:avLst/>
              <a:gdLst>
                <a:gd name="T0" fmla="*/ 350 w 350"/>
                <a:gd name="T1" fmla="*/ 0 h 304"/>
                <a:gd name="T2" fmla="*/ 130 w 350"/>
                <a:gd name="T3" fmla="*/ 0 h 304"/>
                <a:gd name="T4" fmla="*/ 126 w 350"/>
                <a:gd name="T5" fmla="*/ 9 h 304"/>
                <a:gd name="T6" fmla="*/ 0 w 350"/>
                <a:gd name="T7" fmla="*/ 304 h 304"/>
                <a:gd name="T8" fmla="*/ 339 w 350"/>
                <a:gd name="T9" fmla="*/ 9 h 304"/>
                <a:gd name="T10" fmla="*/ 350 w 350"/>
                <a:gd name="T11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" h="304">
                  <a:moveTo>
                    <a:pt x="350" y="0"/>
                  </a:moveTo>
                  <a:lnTo>
                    <a:pt x="130" y="0"/>
                  </a:lnTo>
                  <a:lnTo>
                    <a:pt x="126" y="9"/>
                  </a:lnTo>
                  <a:lnTo>
                    <a:pt x="0" y="304"/>
                  </a:lnTo>
                  <a:lnTo>
                    <a:pt x="339" y="9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6" name="Freeform 161"/>
            <p:cNvSpPr>
              <a:spLocks/>
            </p:cNvSpPr>
            <p:nvPr userDrawn="1"/>
          </p:nvSpPr>
          <p:spPr bwMode="auto">
            <a:xfrm>
              <a:off x="15401925" y="3276600"/>
              <a:ext cx="469900" cy="211137"/>
            </a:xfrm>
            <a:custGeom>
              <a:avLst/>
              <a:gdLst>
                <a:gd name="T0" fmla="*/ 295 w 296"/>
                <a:gd name="T1" fmla="*/ 0 h 133"/>
                <a:gd name="T2" fmla="*/ 0 w 296"/>
                <a:gd name="T3" fmla="*/ 133 h 133"/>
                <a:gd name="T4" fmla="*/ 295 w 296"/>
                <a:gd name="T5" fmla="*/ 131 h 133"/>
                <a:gd name="T6" fmla="*/ 296 w 296"/>
                <a:gd name="T7" fmla="*/ 131 h 133"/>
                <a:gd name="T8" fmla="*/ 296 w 296"/>
                <a:gd name="T9" fmla="*/ 0 h 133"/>
                <a:gd name="T10" fmla="*/ 295 w 296"/>
                <a:gd name="T1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133">
                  <a:moveTo>
                    <a:pt x="295" y="0"/>
                  </a:moveTo>
                  <a:lnTo>
                    <a:pt x="0" y="133"/>
                  </a:lnTo>
                  <a:lnTo>
                    <a:pt x="295" y="131"/>
                  </a:lnTo>
                  <a:lnTo>
                    <a:pt x="296" y="131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7" name="Freeform 162"/>
            <p:cNvSpPr>
              <a:spLocks/>
            </p:cNvSpPr>
            <p:nvPr userDrawn="1"/>
          </p:nvSpPr>
          <p:spPr bwMode="auto">
            <a:xfrm>
              <a:off x="14303375" y="2792413"/>
              <a:ext cx="849313" cy="334962"/>
            </a:xfrm>
            <a:custGeom>
              <a:avLst/>
              <a:gdLst>
                <a:gd name="T0" fmla="*/ 498 w 535"/>
                <a:gd name="T1" fmla="*/ 22 h 211"/>
                <a:gd name="T2" fmla="*/ 520 w 535"/>
                <a:gd name="T3" fmla="*/ 9 h 211"/>
                <a:gd name="T4" fmla="*/ 535 w 535"/>
                <a:gd name="T5" fmla="*/ 0 h 211"/>
                <a:gd name="T6" fmla="*/ 508 w 535"/>
                <a:gd name="T7" fmla="*/ 0 h 211"/>
                <a:gd name="T8" fmla="*/ 465 w 535"/>
                <a:gd name="T9" fmla="*/ 9 h 211"/>
                <a:gd name="T10" fmla="*/ 0 w 535"/>
                <a:gd name="T11" fmla="*/ 108 h 211"/>
                <a:gd name="T12" fmla="*/ 169 w 535"/>
                <a:gd name="T13" fmla="*/ 211 h 211"/>
                <a:gd name="T14" fmla="*/ 498 w 535"/>
                <a:gd name="T15" fmla="*/ 22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5" h="211">
                  <a:moveTo>
                    <a:pt x="498" y="22"/>
                  </a:moveTo>
                  <a:lnTo>
                    <a:pt x="520" y="9"/>
                  </a:lnTo>
                  <a:lnTo>
                    <a:pt x="535" y="0"/>
                  </a:lnTo>
                  <a:lnTo>
                    <a:pt x="508" y="0"/>
                  </a:lnTo>
                  <a:lnTo>
                    <a:pt x="465" y="9"/>
                  </a:lnTo>
                  <a:lnTo>
                    <a:pt x="0" y="108"/>
                  </a:lnTo>
                  <a:lnTo>
                    <a:pt x="169" y="211"/>
                  </a:lnTo>
                  <a:lnTo>
                    <a:pt x="498" y="22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8" name="Freeform 163"/>
            <p:cNvSpPr>
              <a:spLocks/>
            </p:cNvSpPr>
            <p:nvPr userDrawn="1"/>
          </p:nvSpPr>
          <p:spPr bwMode="auto">
            <a:xfrm>
              <a:off x="14270038" y="2792413"/>
              <a:ext cx="74613" cy="171450"/>
            </a:xfrm>
            <a:custGeom>
              <a:avLst/>
              <a:gdLst>
                <a:gd name="T0" fmla="*/ 47 w 47"/>
                <a:gd name="T1" fmla="*/ 0 h 108"/>
                <a:gd name="T2" fmla="*/ 0 w 47"/>
                <a:gd name="T3" fmla="*/ 0 h 108"/>
                <a:gd name="T4" fmla="*/ 2 w 47"/>
                <a:gd name="T5" fmla="*/ 9 h 108"/>
                <a:gd name="T6" fmla="*/ 21 w 47"/>
                <a:gd name="T7" fmla="*/ 108 h 108"/>
                <a:gd name="T8" fmla="*/ 45 w 47"/>
                <a:gd name="T9" fmla="*/ 9 h 108"/>
                <a:gd name="T10" fmla="*/ 47 w 47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08">
                  <a:moveTo>
                    <a:pt x="47" y="0"/>
                  </a:moveTo>
                  <a:lnTo>
                    <a:pt x="0" y="0"/>
                  </a:lnTo>
                  <a:lnTo>
                    <a:pt x="2" y="9"/>
                  </a:lnTo>
                  <a:lnTo>
                    <a:pt x="21" y="108"/>
                  </a:lnTo>
                  <a:lnTo>
                    <a:pt x="45" y="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9" name="Freeform 164"/>
            <p:cNvSpPr>
              <a:spLocks/>
            </p:cNvSpPr>
            <p:nvPr userDrawn="1"/>
          </p:nvSpPr>
          <p:spPr bwMode="auto">
            <a:xfrm>
              <a:off x="14351000" y="3182938"/>
              <a:ext cx="1050925" cy="522287"/>
            </a:xfrm>
            <a:custGeom>
              <a:avLst/>
              <a:gdLst>
                <a:gd name="T0" fmla="*/ 0 w 662"/>
                <a:gd name="T1" fmla="*/ 329 h 329"/>
                <a:gd name="T2" fmla="*/ 662 w 662"/>
                <a:gd name="T3" fmla="*/ 192 h 329"/>
                <a:gd name="T4" fmla="*/ 410 w 662"/>
                <a:gd name="T5" fmla="*/ 0 h 329"/>
                <a:gd name="T6" fmla="*/ 0 w 662"/>
                <a:gd name="T7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329">
                  <a:moveTo>
                    <a:pt x="0" y="329"/>
                  </a:moveTo>
                  <a:lnTo>
                    <a:pt x="662" y="192"/>
                  </a:lnTo>
                  <a:lnTo>
                    <a:pt x="410" y="0"/>
                  </a:lnTo>
                  <a:lnTo>
                    <a:pt x="0" y="329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0" name="Freeform 165"/>
            <p:cNvSpPr>
              <a:spLocks/>
            </p:cNvSpPr>
            <p:nvPr userDrawn="1"/>
          </p:nvSpPr>
          <p:spPr bwMode="auto">
            <a:xfrm>
              <a:off x="15401925" y="3487738"/>
              <a:ext cx="171450" cy="328612"/>
            </a:xfrm>
            <a:custGeom>
              <a:avLst/>
              <a:gdLst>
                <a:gd name="T0" fmla="*/ 95 w 108"/>
                <a:gd name="T1" fmla="*/ 207 h 207"/>
                <a:gd name="T2" fmla="*/ 108 w 108"/>
                <a:gd name="T3" fmla="*/ 183 h 207"/>
                <a:gd name="T4" fmla="*/ 0 w 108"/>
                <a:gd name="T5" fmla="*/ 0 h 207"/>
                <a:gd name="T6" fmla="*/ 5 w 108"/>
                <a:gd name="T7" fmla="*/ 207 h 207"/>
                <a:gd name="T8" fmla="*/ 95 w 108"/>
                <a:gd name="T9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207">
                  <a:moveTo>
                    <a:pt x="95" y="207"/>
                  </a:moveTo>
                  <a:lnTo>
                    <a:pt x="108" y="183"/>
                  </a:lnTo>
                  <a:lnTo>
                    <a:pt x="0" y="0"/>
                  </a:lnTo>
                  <a:lnTo>
                    <a:pt x="5" y="207"/>
                  </a:lnTo>
                  <a:lnTo>
                    <a:pt x="95" y="20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1" name="Freeform 166"/>
            <p:cNvSpPr>
              <a:spLocks/>
            </p:cNvSpPr>
            <p:nvPr userDrawn="1"/>
          </p:nvSpPr>
          <p:spPr bwMode="auto">
            <a:xfrm>
              <a:off x="13957300" y="2963863"/>
              <a:ext cx="393700" cy="741362"/>
            </a:xfrm>
            <a:custGeom>
              <a:avLst/>
              <a:gdLst>
                <a:gd name="T0" fmla="*/ 0 w 248"/>
                <a:gd name="T1" fmla="*/ 187 h 467"/>
                <a:gd name="T2" fmla="*/ 248 w 248"/>
                <a:gd name="T3" fmla="*/ 467 h 467"/>
                <a:gd name="T4" fmla="*/ 218 w 248"/>
                <a:gd name="T5" fmla="*/ 0 h 467"/>
                <a:gd name="T6" fmla="*/ 0 w 248"/>
                <a:gd name="T7" fmla="*/ 18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8" h="467">
                  <a:moveTo>
                    <a:pt x="0" y="187"/>
                  </a:moveTo>
                  <a:lnTo>
                    <a:pt x="248" y="467"/>
                  </a:lnTo>
                  <a:lnTo>
                    <a:pt x="218" y="0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3" name="Freeform 167"/>
            <p:cNvSpPr>
              <a:spLocks/>
            </p:cNvSpPr>
            <p:nvPr userDrawn="1"/>
          </p:nvSpPr>
          <p:spPr bwMode="auto">
            <a:xfrm>
              <a:off x="12801600" y="3225800"/>
              <a:ext cx="115888" cy="95250"/>
            </a:xfrm>
            <a:custGeom>
              <a:avLst/>
              <a:gdLst>
                <a:gd name="T0" fmla="*/ 0 w 73"/>
                <a:gd name="T1" fmla="*/ 0 h 60"/>
                <a:gd name="T2" fmla="*/ 0 w 73"/>
                <a:gd name="T3" fmla="*/ 60 h 60"/>
                <a:gd name="T4" fmla="*/ 10 w 73"/>
                <a:gd name="T5" fmla="*/ 56 h 60"/>
                <a:gd name="T6" fmla="*/ 73 w 73"/>
                <a:gd name="T7" fmla="*/ 31 h 60"/>
                <a:gd name="T8" fmla="*/ 10 w 73"/>
                <a:gd name="T9" fmla="*/ 4 h 60"/>
                <a:gd name="T10" fmla="*/ 0 w 73"/>
                <a:gd name="T11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60">
                  <a:moveTo>
                    <a:pt x="0" y="0"/>
                  </a:moveTo>
                  <a:lnTo>
                    <a:pt x="0" y="60"/>
                  </a:lnTo>
                  <a:lnTo>
                    <a:pt x="10" y="56"/>
                  </a:lnTo>
                  <a:lnTo>
                    <a:pt x="73" y="31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4" name="Freeform 168"/>
            <p:cNvSpPr>
              <a:spLocks/>
            </p:cNvSpPr>
            <p:nvPr userDrawn="1"/>
          </p:nvSpPr>
          <p:spPr bwMode="auto">
            <a:xfrm>
              <a:off x="12917488" y="2792413"/>
              <a:ext cx="1385888" cy="482600"/>
            </a:xfrm>
            <a:custGeom>
              <a:avLst/>
              <a:gdLst>
                <a:gd name="T0" fmla="*/ 498 w 873"/>
                <a:gd name="T1" fmla="*/ 0 h 304"/>
                <a:gd name="T2" fmla="*/ 351 w 873"/>
                <a:gd name="T3" fmla="*/ 0 h 304"/>
                <a:gd name="T4" fmla="*/ 350 w 873"/>
                <a:gd name="T5" fmla="*/ 0 h 304"/>
                <a:gd name="T6" fmla="*/ 339 w 873"/>
                <a:gd name="T7" fmla="*/ 9 h 304"/>
                <a:gd name="T8" fmla="*/ 0 w 873"/>
                <a:gd name="T9" fmla="*/ 304 h 304"/>
                <a:gd name="T10" fmla="*/ 873 w 873"/>
                <a:gd name="T11" fmla="*/ 108 h 304"/>
                <a:gd name="T12" fmla="*/ 529 w 873"/>
                <a:gd name="T13" fmla="*/ 9 h 304"/>
                <a:gd name="T14" fmla="*/ 498 w 873"/>
                <a:gd name="T1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3" h="304">
                  <a:moveTo>
                    <a:pt x="498" y="0"/>
                  </a:moveTo>
                  <a:lnTo>
                    <a:pt x="351" y="0"/>
                  </a:lnTo>
                  <a:lnTo>
                    <a:pt x="350" y="0"/>
                  </a:lnTo>
                  <a:lnTo>
                    <a:pt x="339" y="9"/>
                  </a:lnTo>
                  <a:lnTo>
                    <a:pt x="0" y="304"/>
                  </a:lnTo>
                  <a:lnTo>
                    <a:pt x="873" y="108"/>
                  </a:lnTo>
                  <a:lnTo>
                    <a:pt x="529" y="9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5" name="Freeform 169"/>
            <p:cNvSpPr>
              <a:spLocks/>
            </p:cNvSpPr>
            <p:nvPr userDrawn="1"/>
          </p:nvSpPr>
          <p:spPr bwMode="auto">
            <a:xfrm>
              <a:off x="15401925" y="3049588"/>
              <a:ext cx="469900" cy="438150"/>
            </a:xfrm>
            <a:custGeom>
              <a:avLst/>
              <a:gdLst>
                <a:gd name="T0" fmla="*/ 295 w 296"/>
                <a:gd name="T1" fmla="*/ 1 h 276"/>
                <a:gd name="T2" fmla="*/ 0 w 296"/>
                <a:gd name="T3" fmla="*/ 276 h 276"/>
                <a:gd name="T4" fmla="*/ 295 w 296"/>
                <a:gd name="T5" fmla="*/ 143 h 276"/>
                <a:gd name="T6" fmla="*/ 296 w 296"/>
                <a:gd name="T7" fmla="*/ 143 h 276"/>
                <a:gd name="T8" fmla="*/ 296 w 296"/>
                <a:gd name="T9" fmla="*/ 0 h 276"/>
                <a:gd name="T10" fmla="*/ 295 w 296"/>
                <a:gd name="T11" fmla="*/ 1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276">
                  <a:moveTo>
                    <a:pt x="295" y="1"/>
                  </a:moveTo>
                  <a:lnTo>
                    <a:pt x="0" y="276"/>
                  </a:lnTo>
                  <a:lnTo>
                    <a:pt x="295" y="143"/>
                  </a:lnTo>
                  <a:lnTo>
                    <a:pt x="296" y="143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6" name="Freeform 170"/>
            <p:cNvSpPr>
              <a:spLocks/>
            </p:cNvSpPr>
            <p:nvPr userDrawn="1"/>
          </p:nvSpPr>
          <p:spPr bwMode="auto">
            <a:xfrm>
              <a:off x="15001875" y="2792413"/>
              <a:ext cx="400050" cy="695325"/>
            </a:xfrm>
            <a:custGeom>
              <a:avLst/>
              <a:gdLst>
                <a:gd name="T0" fmla="*/ 118 w 252"/>
                <a:gd name="T1" fmla="*/ 9 h 438"/>
                <a:gd name="T2" fmla="*/ 115 w 252"/>
                <a:gd name="T3" fmla="*/ 0 h 438"/>
                <a:gd name="T4" fmla="*/ 108 w 252"/>
                <a:gd name="T5" fmla="*/ 0 h 438"/>
                <a:gd name="T6" fmla="*/ 104 w 252"/>
                <a:gd name="T7" fmla="*/ 9 h 438"/>
                <a:gd name="T8" fmla="*/ 102 w 252"/>
                <a:gd name="T9" fmla="*/ 14 h 438"/>
                <a:gd name="T10" fmla="*/ 0 w 252"/>
                <a:gd name="T11" fmla="*/ 246 h 438"/>
                <a:gd name="T12" fmla="*/ 252 w 252"/>
                <a:gd name="T13" fmla="*/ 438 h 438"/>
                <a:gd name="T14" fmla="*/ 118 w 252"/>
                <a:gd name="T15" fmla="*/ 11 h 438"/>
                <a:gd name="T16" fmla="*/ 118 w 252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2" h="438">
                  <a:moveTo>
                    <a:pt x="118" y="9"/>
                  </a:moveTo>
                  <a:lnTo>
                    <a:pt x="115" y="0"/>
                  </a:lnTo>
                  <a:lnTo>
                    <a:pt x="108" y="0"/>
                  </a:lnTo>
                  <a:lnTo>
                    <a:pt x="104" y="9"/>
                  </a:lnTo>
                  <a:lnTo>
                    <a:pt x="102" y="14"/>
                  </a:lnTo>
                  <a:lnTo>
                    <a:pt x="0" y="246"/>
                  </a:lnTo>
                  <a:lnTo>
                    <a:pt x="252" y="438"/>
                  </a:lnTo>
                  <a:lnTo>
                    <a:pt x="118" y="11"/>
                  </a:lnTo>
                  <a:lnTo>
                    <a:pt x="118" y="9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7" name="Freeform 171"/>
            <p:cNvSpPr>
              <a:spLocks/>
            </p:cNvSpPr>
            <p:nvPr userDrawn="1"/>
          </p:nvSpPr>
          <p:spPr bwMode="auto">
            <a:xfrm>
              <a:off x="14351000" y="3705225"/>
              <a:ext cx="922338" cy="111125"/>
            </a:xfrm>
            <a:custGeom>
              <a:avLst/>
              <a:gdLst>
                <a:gd name="T0" fmla="*/ 0 w 581"/>
                <a:gd name="T1" fmla="*/ 0 h 70"/>
                <a:gd name="T2" fmla="*/ 179 w 581"/>
                <a:gd name="T3" fmla="*/ 70 h 70"/>
                <a:gd name="T4" fmla="*/ 581 w 581"/>
                <a:gd name="T5" fmla="*/ 70 h 70"/>
                <a:gd name="T6" fmla="*/ 561 w 581"/>
                <a:gd name="T7" fmla="*/ 34 h 70"/>
                <a:gd name="T8" fmla="*/ 0 w 581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1" h="70">
                  <a:moveTo>
                    <a:pt x="0" y="0"/>
                  </a:moveTo>
                  <a:lnTo>
                    <a:pt x="179" y="70"/>
                  </a:lnTo>
                  <a:lnTo>
                    <a:pt x="581" y="70"/>
                  </a:lnTo>
                  <a:lnTo>
                    <a:pt x="561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8" name="Freeform 172"/>
            <p:cNvSpPr>
              <a:spLocks/>
            </p:cNvSpPr>
            <p:nvPr userDrawn="1"/>
          </p:nvSpPr>
          <p:spPr bwMode="auto">
            <a:xfrm>
              <a:off x="12917488" y="3275013"/>
              <a:ext cx="1433513" cy="541337"/>
            </a:xfrm>
            <a:custGeom>
              <a:avLst/>
              <a:gdLst>
                <a:gd name="T0" fmla="*/ 179 w 903"/>
                <a:gd name="T1" fmla="*/ 336 h 341"/>
                <a:gd name="T2" fmla="*/ 182 w 903"/>
                <a:gd name="T3" fmla="*/ 341 h 341"/>
                <a:gd name="T4" fmla="*/ 243 w 903"/>
                <a:gd name="T5" fmla="*/ 341 h 341"/>
                <a:gd name="T6" fmla="*/ 903 w 903"/>
                <a:gd name="T7" fmla="*/ 271 h 341"/>
                <a:gd name="T8" fmla="*/ 0 w 903"/>
                <a:gd name="T9" fmla="*/ 0 h 341"/>
                <a:gd name="T10" fmla="*/ 179 w 903"/>
                <a:gd name="T11" fmla="*/ 33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3" h="341">
                  <a:moveTo>
                    <a:pt x="179" y="336"/>
                  </a:moveTo>
                  <a:lnTo>
                    <a:pt x="182" y="341"/>
                  </a:lnTo>
                  <a:lnTo>
                    <a:pt x="243" y="341"/>
                  </a:lnTo>
                  <a:lnTo>
                    <a:pt x="903" y="271"/>
                  </a:lnTo>
                  <a:lnTo>
                    <a:pt x="0" y="0"/>
                  </a:lnTo>
                  <a:lnTo>
                    <a:pt x="179" y="336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9" name="Freeform 173"/>
            <p:cNvSpPr>
              <a:spLocks/>
            </p:cNvSpPr>
            <p:nvPr userDrawn="1"/>
          </p:nvSpPr>
          <p:spPr bwMode="auto">
            <a:xfrm>
              <a:off x="14062075" y="2792413"/>
              <a:ext cx="241300" cy="171450"/>
            </a:xfrm>
            <a:custGeom>
              <a:avLst/>
              <a:gdLst>
                <a:gd name="T0" fmla="*/ 152 w 152"/>
                <a:gd name="T1" fmla="*/ 108 h 108"/>
                <a:gd name="T2" fmla="*/ 133 w 152"/>
                <a:gd name="T3" fmla="*/ 9 h 108"/>
                <a:gd name="T4" fmla="*/ 131 w 152"/>
                <a:gd name="T5" fmla="*/ 0 h 108"/>
                <a:gd name="T6" fmla="*/ 0 w 152"/>
                <a:gd name="T7" fmla="*/ 0 h 108"/>
                <a:gd name="T8" fmla="*/ 13 w 152"/>
                <a:gd name="T9" fmla="*/ 9 h 108"/>
                <a:gd name="T10" fmla="*/ 152 w 152"/>
                <a:gd name="T11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108">
                  <a:moveTo>
                    <a:pt x="152" y="108"/>
                  </a:moveTo>
                  <a:lnTo>
                    <a:pt x="133" y="9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13" y="9"/>
                  </a:lnTo>
                  <a:lnTo>
                    <a:pt x="152" y="108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12" name="Freeform 174"/>
            <p:cNvSpPr>
              <a:spLocks/>
            </p:cNvSpPr>
            <p:nvPr userDrawn="1"/>
          </p:nvSpPr>
          <p:spPr bwMode="auto">
            <a:xfrm>
              <a:off x="13903325" y="3136900"/>
              <a:ext cx="395288" cy="400050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13" name="Freeform 175"/>
            <p:cNvSpPr>
              <a:spLocks/>
            </p:cNvSpPr>
            <p:nvPr userDrawn="1"/>
          </p:nvSpPr>
          <p:spPr bwMode="auto">
            <a:xfrm>
              <a:off x="14747875" y="3143250"/>
              <a:ext cx="441325" cy="393700"/>
            </a:xfrm>
            <a:custGeom>
              <a:avLst/>
              <a:gdLst>
                <a:gd name="T0" fmla="*/ 200 w 278"/>
                <a:gd name="T1" fmla="*/ 0 h 248"/>
                <a:gd name="T2" fmla="*/ 139 w 278"/>
                <a:gd name="T3" fmla="*/ 169 h 248"/>
                <a:gd name="T4" fmla="*/ 77 w 278"/>
                <a:gd name="T5" fmla="*/ 0 h 248"/>
                <a:gd name="T6" fmla="*/ 0 w 278"/>
                <a:gd name="T7" fmla="*/ 0 h 248"/>
                <a:gd name="T8" fmla="*/ 102 w 278"/>
                <a:gd name="T9" fmla="*/ 248 h 248"/>
                <a:gd name="T10" fmla="*/ 176 w 278"/>
                <a:gd name="T11" fmla="*/ 248 h 248"/>
                <a:gd name="T12" fmla="*/ 278 w 278"/>
                <a:gd name="T13" fmla="*/ 0 h 248"/>
                <a:gd name="T14" fmla="*/ 200 w 278"/>
                <a:gd name="T15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248">
                  <a:moveTo>
                    <a:pt x="200" y="0"/>
                  </a:moveTo>
                  <a:lnTo>
                    <a:pt x="139" y="169"/>
                  </a:lnTo>
                  <a:lnTo>
                    <a:pt x="77" y="0"/>
                  </a:lnTo>
                  <a:lnTo>
                    <a:pt x="0" y="0"/>
                  </a:lnTo>
                  <a:lnTo>
                    <a:pt x="102" y="248"/>
                  </a:lnTo>
                  <a:lnTo>
                    <a:pt x="176" y="248"/>
                  </a:lnTo>
                  <a:lnTo>
                    <a:pt x="278" y="0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14" name="Freeform 176"/>
            <p:cNvSpPr>
              <a:spLocks noEditPoints="1"/>
            </p:cNvSpPr>
            <p:nvPr userDrawn="1"/>
          </p:nvSpPr>
          <p:spPr bwMode="auto">
            <a:xfrm>
              <a:off x="13454063" y="3136900"/>
              <a:ext cx="409575" cy="406400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15" name="Freeform 177"/>
            <p:cNvSpPr>
              <a:spLocks/>
            </p:cNvSpPr>
            <p:nvPr userDrawn="1"/>
          </p:nvSpPr>
          <p:spPr bwMode="auto">
            <a:xfrm>
              <a:off x="13087350" y="3025775"/>
              <a:ext cx="355600" cy="511175"/>
            </a:xfrm>
            <a:custGeom>
              <a:avLst/>
              <a:gdLst>
                <a:gd name="T0" fmla="*/ 224 w 224"/>
                <a:gd name="T1" fmla="*/ 259 h 322"/>
                <a:gd name="T2" fmla="*/ 69 w 224"/>
                <a:gd name="T3" fmla="*/ 259 h 322"/>
                <a:gd name="T4" fmla="*/ 69 w 224"/>
                <a:gd name="T5" fmla="*/ 0 h 322"/>
                <a:gd name="T6" fmla="*/ 0 w 224"/>
                <a:gd name="T7" fmla="*/ 0 h 322"/>
                <a:gd name="T8" fmla="*/ 0 w 224"/>
                <a:gd name="T9" fmla="*/ 322 h 322"/>
                <a:gd name="T10" fmla="*/ 224 w 224"/>
                <a:gd name="T11" fmla="*/ 322 h 322"/>
                <a:gd name="T12" fmla="*/ 224 w 224"/>
                <a:gd name="T13" fmla="*/ 259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4" h="322">
                  <a:moveTo>
                    <a:pt x="224" y="259"/>
                  </a:moveTo>
                  <a:lnTo>
                    <a:pt x="69" y="259"/>
                  </a:lnTo>
                  <a:lnTo>
                    <a:pt x="69" y="0"/>
                  </a:lnTo>
                  <a:lnTo>
                    <a:pt x="0" y="0"/>
                  </a:lnTo>
                  <a:lnTo>
                    <a:pt x="0" y="322"/>
                  </a:lnTo>
                  <a:lnTo>
                    <a:pt x="224" y="322"/>
                  </a:lnTo>
                  <a:lnTo>
                    <a:pt x="224" y="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16" name="Freeform 178"/>
            <p:cNvSpPr>
              <a:spLocks noEditPoints="1"/>
            </p:cNvSpPr>
            <p:nvPr userDrawn="1"/>
          </p:nvSpPr>
          <p:spPr bwMode="auto">
            <a:xfrm>
              <a:off x="15173325" y="3136900"/>
              <a:ext cx="422275" cy="406400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17" name="Freeform 179"/>
            <p:cNvSpPr>
              <a:spLocks noEditPoints="1"/>
            </p:cNvSpPr>
            <p:nvPr userDrawn="1"/>
          </p:nvSpPr>
          <p:spPr bwMode="auto">
            <a:xfrm>
              <a:off x="14341475" y="3136900"/>
              <a:ext cx="422275" cy="406400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9" name="TextBox 48"/>
          <p:cNvSpPr txBox="1"/>
          <p:nvPr userDrawn="1"/>
        </p:nvSpPr>
        <p:spPr>
          <a:xfrm>
            <a:off x="548783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6622671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2" y="1391544"/>
            <a:ext cx="996041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548783" y="3999750"/>
            <a:ext cx="9960410" cy="4620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500" spc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grpSp>
        <p:nvGrpSpPr>
          <p:cNvPr id="29" name="Group 28"/>
          <p:cNvGrpSpPr/>
          <p:nvPr userDrawn="1"/>
        </p:nvGrpSpPr>
        <p:grpSpPr>
          <a:xfrm rot="16200000">
            <a:off x="10144785" y="2414553"/>
            <a:ext cx="3070226" cy="1024204"/>
            <a:chOff x="12801600" y="2792413"/>
            <a:chExt cx="3070226" cy="1023937"/>
          </a:xfrm>
        </p:grpSpPr>
        <p:sp>
          <p:nvSpPr>
            <p:cNvPr id="30" name="Freeform 137"/>
            <p:cNvSpPr>
              <a:spLocks/>
            </p:cNvSpPr>
            <p:nvPr userDrawn="1"/>
          </p:nvSpPr>
          <p:spPr bwMode="auto">
            <a:xfrm>
              <a:off x="15401925" y="3484563"/>
              <a:ext cx="469900" cy="293687"/>
            </a:xfrm>
            <a:custGeom>
              <a:avLst/>
              <a:gdLst>
                <a:gd name="T0" fmla="*/ 295 w 296"/>
                <a:gd name="T1" fmla="*/ 0 h 185"/>
                <a:gd name="T2" fmla="*/ 0 w 296"/>
                <a:gd name="T3" fmla="*/ 2 h 185"/>
                <a:gd name="T4" fmla="*/ 108 w 296"/>
                <a:gd name="T5" fmla="*/ 185 h 185"/>
                <a:gd name="T6" fmla="*/ 295 w 296"/>
                <a:gd name="T7" fmla="*/ 128 h 185"/>
                <a:gd name="T8" fmla="*/ 296 w 296"/>
                <a:gd name="T9" fmla="*/ 128 h 185"/>
                <a:gd name="T10" fmla="*/ 296 w 296"/>
                <a:gd name="T11" fmla="*/ 0 h 185"/>
                <a:gd name="T12" fmla="*/ 295 w 296"/>
                <a:gd name="T13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185">
                  <a:moveTo>
                    <a:pt x="295" y="0"/>
                  </a:moveTo>
                  <a:lnTo>
                    <a:pt x="0" y="2"/>
                  </a:lnTo>
                  <a:lnTo>
                    <a:pt x="108" y="185"/>
                  </a:lnTo>
                  <a:lnTo>
                    <a:pt x="295" y="128"/>
                  </a:lnTo>
                  <a:lnTo>
                    <a:pt x="296" y="128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38"/>
            <p:cNvSpPr>
              <a:spLocks/>
            </p:cNvSpPr>
            <p:nvPr userDrawn="1"/>
          </p:nvSpPr>
          <p:spPr bwMode="auto">
            <a:xfrm>
              <a:off x="14303375" y="2792413"/>
              <a:ext cx="806450" cy="171450"/>
            </a:xfrm>
            <a:custGeom>
              <a:avLst/>
              <a:gdLst>
                <a:gd name="T0" fmla="*/ 100 w 508"/>
                <a:gd name="T1" fmla="*/ 9 h 108"/>
                <a:gd name="T2" fmla="*/ 0 w 508"/>
                <a:gd name="T3" fmla="*/ 108 h 108"/>
                <a:gd name="T4" fmla="*/ 465 w 508"/>
                <a:gd name="T5" fmla="*/ 9 h 108"/>
                <a:gd name="T6" fmla="*/ 508 w 508"/>
                <a:gd name="T7" fmla="*/ 0 h 108"/>
                <a:gd name="T8" fmla="*/ 109 w 508"/>
                <a:gd name="T9" fmla="*/ 0 h 108"/>
                <a:gd name="T10" fmla="*/ 100 w 508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8" h="108">
                  <a:moveTo>
                    <a:pt x="100" y="9"/>
                  </a:moveTo>
                  <a:lnTo>
                    <a:pt x="0" y="108"/>
                  </a:lnTo>
                  <a:lnTo>
                    <a:pt x="465" y="9"/>
                  </a:lnTo>
                  <a:lnTo>
                    <a:pt x="508" y="0"/>
                  </a:lnTo>
                  <a:lnTo>
                    <a:pt x="109" y="0"/>
                  </a:lnTo>
                  <a:lnTo>
                    <a:pt x="100" y="9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39"/>
            <p:cNvSpPr>
              <a:spLocks/>
            </p:cNvSpPr>
            <p:nvPr userDrawn="1"/>
          </p:nvSpPr>
          <p:spPr bwMode="auto">
            <a:xfrm>
              <a:off x="12812713" y="3275013"/>
              <a:ext cx="393700" cy="541337"/>
            </a:xfrm>
            <a:custGeom>
              <a:avLst/>
              <a:gdLst>
                <a:gd name="T0" fmla="*/ 66 w 248"/>
                <a:gd name="T1" fmla="*/ 0 h 341"/>
                <a:gd name="T2" fmla="*/ 3 w 248"/>
                <a:gd name="T3" fmla="*/ 329 h 341"/>
                <a:gd name="T4" fmla="*/ 0 w 248"/>
                <a:gd name="T5" fmla="*/ 341 h 341"/>
                <a:gd name="T6" fmla="*/ 3 w 248"/>
                <a:gd name="T7" fmla="*/ 341 h 341"/>
                <a:gd name="T8" fmla="*/ 192 w 248"/>
                <a:gd name="T9" fmla="*/ 341 h 341"/>
                <a:gd name="T10" fmla="*/ 248 w 248"/>
                <a:gd name="T11" fmla="*/ 341 h 341"/>
                <a:gd name="T12" fmla="*/ 245 w 248"/>
                <a:gd name="T13" fmla="*/ 336 h 341"/>
                <a:gd name="T14" fmla="*/ 66 w 248"/>
                <a:gd name="T15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8" h="341">
                  <a:moveTo>
                    <a:pt x="66" y="0"/>
                  </a:moveTo>
                  <a:lnTo>
                    <a:pt x="3" y="329"/>
                  </a:lnTo>
                  <a:lnTo>
                    <a:pt x="0" y="341"/>
                  </a:lnTo>
                  <a:lnTo>
                    <a:pt x="3" y="341"/>
                  </a:lnTo>
                  <a:lnTo>
                    <a:pt x="192" y="341"/>
                  </a:lnTo>
                  <a:lnTo>
                    <a:pt x="248" y="341"/>
                  </a:lnTo>
                  <a:lnTo>
                    <a:pt x="245" y="336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40"/>
            <p:cNvSpPr>
              <a:spLocks/>
            </p:cNvSpPr>
            <p:nvPr userDrawn="1"/>
          </p:nvSpPr>
          <p:spPr bwMode="auto">
            <a:xfrm>
              <a:off x="15241588" y="3487738"/>
              <a:ext cx="168275" cy="328612"/>
            </a:xfrm>
            <a:custGeom>
              <a:avLst/>
              <a:gdLst>
                <a:gd name="T0" fmla="*/ 101 w 106"/>
                <a:gd name="T1" fmla="*/ 0 h 207"/>
                <a:gd name="T2" fmla="*/ 0 w 106"/>
                <a:gd name="T3" fmla="*/ 171 h 207"/>
                <a:gd name="T4" fmla="*/ 20 w 106"/>
                <a:gd name="T5" fmla="*/ 207 h 207"/>
                <a:gd name="T6" fmla="*/ 106 w 106"/>
                <a:gd name="T7" fmla="*/ 207 h 207"/>
                <a:gd name="T8" fmla="*/ 101 w 106"/>
                <a:gd name="T9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207">
                  <a:moveTo>
                    <a:pt x="101" y="0"/>
                  </a:moveTo>
                  <a:lnTo>
                    <a:pt x="0" y="171"/>
                  </a:lnTo>
                  <a:lnTo>
                    <a:pt x="20" y="207"/>
                  </a:lnTo>
                  <a:lnTo>
                    <a:pt x="106" y="20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4" name="Freeform 141"/>
            <p:cNvSpPr>
              <a:spLocks/>
            </p:cNvSpPr>
            <p:nvPr userDrawn="1"/>
          </p:nvSpPr>
          <p:spPr bwMode="auto">
            <a:xfrm>
              <a:off x="14303375" y="2963863"/>
              <a:ext cx="268288" cy="741362"/>
            </a:xfrm>
            <a:custGeom>
              <a:avLst/>
              <a:gdLst>
                <a:gd name="T0" fmla="*/ 30 w 169"/>
                <a:gd name="T1" fmla="*/ 467 h 467"/>
                <a:gd name="T2" fmla="*/ 169 w 169"/>
                <a:gd name="T3" fmla="*/ 103 h 467"/>
                <a:gd name="T4" fmla="*/ 0 w 169"/>
                <a:gd name="T5" fmla="*/ 0 h 467"/>
                <a:gd name="T6" fmla="*/ 30 w 169"/>
                <a:gd name="T7" fmla="*/ 46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9" h="467">
                  <a:moveTo>
                    <a:pt x="30" y="467"/>
                  </a:moveTo>
                  <a:lnTo>
                    <a:pt x="169" y="103"/>
                  </a:lnTo>
                  <a:lnTo>
                    <a:pt x="0" y="0"/>
                  </a:lnTo>
                  <a:lnTo>
                    <a:pt x="30" y="467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5" name="Freeform 142"/>
            <p:cNvSpPr>
              <a:spLocks/>
            </p:cNvSpPr>
            <p:nvPr userDrawn="1"/>
          </p:nvSpPr>
          <p:spPr bwMode="auto">
            <a:xfrm>
              <a:off x="12801600" y="3275013"/>
              <a:ext cx="115888" cy="541337"/>
            </a:xfrm>
            <a:custGeom>
              <a:avLst/>
              <a:gdLst>
                <a:gd name="T0" fmla="*/ 0 w 73"/>
                <a:gd name="T1" fmla="*/ 82 h 341"/>
                <a:gd name="T2" fmla="*/ 0 w 73"/>
                <a:gd name="T3" fmla="*/ 341 h 341"/>
                <a:gd name="T4" fmla="*/ 6 w 73"/>
                <a:gd name="T5" fmla="*/ 341 h 341"/>
                <a:gd name="T6" fmla="*/ 7 w 73"/>
                <a:gd name="T7" fmla="*/ 341 h 341"/>
                <a:gd name="T8" fmla="*/ 10 w 73"/>
                <a:gd name="T9" fmla="*/ 329 h 341"/>
                <a:gd name="T10" fmla="*/ 73 w 73"/>
                <a:gd name="T11" fmla="*/ 0 h 341"/>
                <a:gd name="T12" fmla="*/ 10 w 73"/>
                <a:gd name="T13" fmla="*/ 71 h 341"/>
                <a:gd name="T14" fmla="*/ 0 w 73"/>
                <a:gd name="T15" fmla="*/ 8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341">
                  <a:moveTo>
                    <a:pt x="0" y="82"/>
                  </a:moveTo>
                  <a:lnTo>
                    <a:pt x="0" y="341"/>
                  </a:lnTo>
                  <a:lnTo>
                    <a:pt x="6" y="341"/>
                  </a:lnTo>
                  <a:lnTo>
                    <a:pt x="7" y="341"/>
                  </a:lnTo>
                  <a:lnTo>
                    <a:pt x="10" y="329"/>
                  </a:lnTo>
                  <a:lnTo>
                    <a:pt x="73" y="0"/>
                  </a:lnTo>
                  <a:lnTo>
                    <a:pt x="10" y="71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6" name="Freeform 143"/>
            <p:cNvSpPr>
              <a:spLocks/>
            </p:cNvSpPr>
            <p:nvPr userDrawn="1"/>
          </p:nvSpPr>
          <p:spPr bwMode="auto">
            <a:xfrm>
              <a:off x="12917488" y="2963863"/>
              <a:ext cx="1385888" cy="311150"/>
            </a:xfrm>
            <a:custGeom>
              <a:avLst/>
              <a:gdLst>
                <a:gd name="T0" fmla="*/ 655 w 873"/>
                <a:gd name="T1" fmla="*/ 187 h 196"/>
                <a:gd name="T2" fmla="*/ 873 w 873"/>
                <a:gd name="T3" fmla="*/ 0 h 196"/>
                <a:gd name="T4" fmla="*/ 0 w 873"/>
                <a:gd name="T5" fmla="*/ 196 h 196"/>
                <a:gd name="T6" fmla="*/ 655 w 873"/>
                <a:gd name="T7" fmla="*/ 187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3" h="196">
                  <a:moveTo>
                    <a:pt x="655" y="187"/>
                  </a:moveTo>
                  <a:lnTo>
                    <a:pt x="873" y="0"/>
                  </a:lnTo>
                  <a:lnTo>
                    <a:pt x="0" y="196"/>
                  </a:lnTo>
                  <a:lnTo>
                    <a:pt x="655" y="187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7" name="Freeform 144"/>
            <p:cNvSpPr>
              <a:spLocks/>
            </p:cNvSpPr>
            <p:nvPr userDrawn="1"/>
          </p:nvSpPr>
          <p:spPr bwMode="auto">
            <a:xfrm>
              <a:off x="14351000" y="2792413"/>
              <a:ext cx="822325" cy="912812"/>
            </a:xfrm>
            <a:custGeom>
              <a:avLst/>
              <a:gdLst>
                <a:gd name="T0" fmla="*/ 513 w 518"/>
                <a:gd name="T1" fmla="*/ 0 h 575"/>
                <a:gd name="T2" fmla="*/ 505 w 518"/>
                <a:gd name="T3" fmla="*/ 9 h 575"/>
                <a:gd name="T4" fmla="*/ 499 w 518"/>
                <a:gd name="T5" fmla="*/ 16 h 575"/>
                <a:gd name="T6" fmla="*/ 0 w 518"/>
                <a:gd name="T7" fmla="*/ 575 h 575"/>
                <a:gd name="T8" fmla="*/ 410 w 518"/>
                <a:gd name="T9" fmla="*/ 246 h 575"/>
                <a:gd name="T10" fmla="*/ 512 w 518"/>
                <a:gd name="T11" fmla="*/ 14 h 575"/>
                <a:gd name="T12" fmla="*/ 514 w 518"/>
                <a:gd name="T13" fmla="*/ 9 h 575"/>
                <a:gd name="T14" fmla="*/ 518 w 518"/>
                <a:gd name="T15" fmla="*/ 0 h 575"/>
                <a:gd name="T16" fmla="*/ 513 w 518"/>
                <a:gd name="T17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8" h="575">
                  <a:moveTo>
                    <a:pt x="513" y="0"/>
                  </a:moveTo>
                  <a:lnTo>
                    <a:pt x="505" y="9"/>
                  </a:lnTo>
                  <a:lnTo>
                    <a:pt x="499" y="16"/>
                  </a:lnTo>
                  <a:lnTo>
                    <a:pt x="0" y="575"/>
                  </a:lnTo>
                  <a:lnTo>
                    <a:pt x="410" y="246"/>
                  </a:lnTo>
                  <a:lnTo>
                    <a:pt x="512" y="14"/>
                  </a:lnTo>
                  <a:lnTo>
                    <a:pt x="514" y="9"/>
                  </a:lnTo>
                  <a:lnTo>
                    <a:pt x="518" y="0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8" name="Freeform 145"/>
            <p:cNvSpPr>
              <a:spLocks/>
            </p:cNvSpPr>
            <p:nvPr userDrawn="1"/>
          </p:nvSpPr>
          <p:spPr bwMode="auto">
            <a:xfrm>
              <a:off x="12801600" y="3143250"/>
              <a:ext cx="115888" cy="131762"/>
            </a:xfrm>
            <a:custGeom>
              <a:avLst/>
              <a:gdLst>
                <a:gd name="T0" fmla="*/ 0 w 73"/>
                <a:gd name="T1" fmla="*/ 0 h 83"/>
                <a:gd name="T2" fmla="*/ 0 w 73"/>
                <a:gd name="T3" fmla="*/ 52 h 83"/>
                <a:gd name="T4" fmla="*/ 10 w 73"/>
                <a:gd name="T5" fmla="*/ 56 h 83"/>
                <a:gd name="T6" fmla="*/ 73 w 73"/>
                <a:gd name="T7" fmla="*/ 83 h 83"/>
                <a:gd name="T8" fmla="*/ 10 w 73"/>
                <a:gd name="T9" fmla="*/ 11 h 83"/>
                <a:gd name="T10" fmla="*/ 0 w 73"/>
                <a:gd name="T11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3">
                  <a:moveTo>
                    <a:pt x="0" y="0"/>
                  </a:moveTo>
                  <a:lnTo>
                    <a:pt x="0" y="52"/>
                  </a:lnTo>
                  <a:lnTo>
                    <a:pt x="10" y="56"/>
                  </a:lnTo>
                  <a:lnTo>
                    <a:pt x="73" y="83"/>
                  </a:lnTo>
                  <a:lnTo>
                    <a:pt x="1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9" name="Freeform 146"/>
            <p:cNvSpPr>
              <a:spLocks/>
            </p:cNvSpPr>
            <p:nvPr userDrawn="1"/>
          </p:nvSpPr>
          <p:spPr bwMode="auto">
            <a:xfrm>
              <a:off x="15228888" y="2792413"/>
              <a:ext cx="642938" cy="136525"/>
            </a:xfrm>
            <a:custGeom>
              <a:avLst/>
              <a:gdLst>
                <a:gd name="T0" fmla="*/ 404 w 405"/>
                <a:gd name="T1" fmla="*/ 0 h 86"/>
                <a:gd name="T2" fmla="*/ 40 w 405"/>
                <a:gd name="T3" fmla="*/ 0 h 86"/>
                <a:gd name="T4" fmla="*/ 0 w 405"/>
                <a:gd name="T5" fmla="*/ 0 h 86"/>
                <a:gd name="T6" fmla="*/ 14 w 405"/>
                <a:gd name="T7" fmla="*/ 4 h 86"/>
                <a:gd name="T8" fmla="*/ 30 w 405"/>
                <a:gd name="T9" fmla="*/ 9 h 86"/>
                <a:gd name="T10" fmla="*/ 290 w 405"/>
                <a:gd name="T11" fmla="*/ 86 h 86"/>
                <a:gd name="T12" fmla="*/ 404 w 405"/>
                <a:gd name="T13" fmla="*/ 44 h 86"/>
                <a:gd name="T14" fmla="*/ 405 w 405"/>
                <a:gd name="T15" fmla="*/ 43 h 86"/>
                <a:gd name="T16" fmla="*/ 405 w 405"/>
                <a:gd name="T17" fmla="*/ 9 h 86"/>
                <a:gd name="T18" fmla="*/ 405 w 405"/>
                <a:gd name="T19" fmla="*/ 0 h 86"/>
                <a:gd name="T20" fmla="*/ 404 w 405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5" h="86">
                  <a:moveTo>
                    <a:pt x="404" y="0"/>
                  </a:moveTo>
                  <a:lnTo>
                    <a:pt x="40" y="0"/>
                  </a:lnTo>
                  <a:lnTo>
                    <a:pt x="0" y="0"/>
                  </a:lnTo>
                  <a:lnTo>
                    <a:pt x="14" y="4"/>
                  </a:lnTo>
                  <a:lnTo>
                    <a:pt x="30" y="9"/>
                  </a:lnTo>
                  <a:lnTo>
                    <a:pt x="290" y="86"/>
                  </a:lnTo>
                  <a:lnTo>
                    <a:pt x="404" y="44"/>
                  </a:lnTo>
                  <a:lnTo>
                    <a:pt x="405" y="43"/>
                  </a:lnTo>
                  <a:lnTo>
                    <a:pt x="405" y="9"/>
                  </a:lnTo>
                  <a:lnTo>
                    <a:pt x="405" y="0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0" name="Freeform 147"/>
            <p:cNvSpPr>
              <a:spLocks/>
            </p:cNvSpPr>
            <p:nvPr userDrawn="1"/>
          </p:nvSpPr>
          <p:spPr bwMode="auto">
            <a:xfrm>
              <a:off x="12917488" y="3260725"/>
              <a:ext cx="1433513" cy="444500"/>
            </a:xfrm>
            <a:custGeom>
              <a:avLst/>
              <a:gdLst>
                <a:gd name="T0" fmla="*/ 0 w 903"/>
                <a:gd name="T1" fmla="*/ 9 h 280"/>
                <a:gd name="T2" fmla="*/ 903 w 903"/>
                <a:gd name="T3" fmla="*/ 280 h 280"/>
                <a:gd name="T4" fmla="*/ 655 w 903"/>
                <a:gd name="T5" fmla="*/ 0 h 280"/>
                <a:gd name="T6" fmla="*/ 0 w 903"/>
                <a:gd name="T7" fmla="*/ 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3" h="280">
                  <a:moveTo>
                    <a:pt x="0" y="9"/>
                  </a:moveTo>
                  <a:lnTo>
                    <a:pt x="903" y="280"/>
                  </a:lnTo>
                  <a:lnTo>
                    <a:pt x="655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1" name="Freeform 148"/>
            <p:cNvSpPr>
              <a:spLocks/>
            </p:cNvSpPr>
            <p:nvPr userDrawn="1"/>
          </p:nvSpPr>
          <p:spPr bwMode="auto">
            <a:xfrm>
              <a:off x="14303375" y="2792413"/>
              <a:ext cx="173038" cy="171450"/>
            </a:xfrm>
            <a:custGeom>
              <a:avLst/>
              <a:gdLst>
                <a:gd name="T0" fmla="*/ 109 w 109"/>
                <a:gd name="T1" fmla="*/ 0 h 108"/>
                <a:gd name="T2" fmla="*/ 26 w 109"/>
                <a:gd name="T3" fmla="*/ 0 h 108"/>
                <a:gd name="T4" fmla="*/ 24 w 109"/>
                <a:gd name="T5" fmla="*/ 9 h 108"/>
                <a:gd name="T6" fmla="*/ 0 w 109"/>
                <a:gd name="T7" fmla="*/ 108 h 108"/>
                <a:gd name="T8" fmla="*/ 100 w 109"/>
                <a:gd name="T9" fmla="*/ 9 h 108"/>
                <a:gd name="T10" fmla="*/ 109 w 109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" h="108">
                  <a:moveTo>
                    <a:pt x="109" y="0"/>
                  </a:moveTo>
                  <a:lnTo>
                    <a:pt x="26" y="0"/>
                  </a:lnTo>
                  <a:lnTo>
                    <a:pt x="24" y="9"/>
                  </a:lnTo>
                  <a:lnTo>
                    <a:pt x="0" y="108"/>
                  </a:lnTo>
                  <a:lnTo>
                    <a:pt x="100" y="9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2" name="Freeform 149"/>
            <p:cNvSpPr>
              <a:spLocks/>
            </p:cNvSpPr>
            <p:nvPr userDrawn="1"/>
          </p:nvSpPr>
          <p:spPr bwMode="auto">
            <a:xfrm>
              <a:off x="14351000" y="3487738"/>
              <a:ext cx="1050925" cy="271462"/>
            </a:xfrm>
            <a:custGeom>
              <a:avLst/>
              <a:gdLst>
                <a:gd name="T0" fmla="*/ 561 w 662"/>
                <a:gd name="T1" fmla="*/ 171 h 171"/>
                <a:gd name="T2" fmla="*/ 662 w 662"/>
                <a:gd name="T3" fmla="*/ 0 h 171"/>
                <a:gd name="T4" fmla="*/ 0 w 662"/>
                <a:gd name="T5" fmla="*/ 137 h 171"/>
                <a:gd name="T6" fmla="*/ 561 w 662"/>
                <a:gd name="T7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171">
                  <a:moveTo>
                    <a:pt x="561" y="171"/>
                  </a:moveTo>
                  <a:lnTo>
                    <a:pt x="662" y="0"/>
                  </a:lnTo>
                  <a:lnTo>
                    <a:pt x="0" y="137"/>
                  </a:lnTo>
                  <a:lnTo>
                    <a:pt x="561" y="171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3" name="Freeform 150"/>
            <p:cNvSpPr>
              <a:spLocks/>
            </p:cNvSpPr>
            <p:nvPr userDrawn="1"/>
          </p:nvSpPr>
          <p:spPr bwMode="auto">
            <a:xfrm>
              <a:off x="12801600" y="3275013"/>
              <a:ext cx="115888" cy="130175"/>
            </a:xfrm>
            <a:custGeom>
              <a:avLst/>
              <a:gdLst>
                <a:gd name="T0" fmla="*/ 0 w 73"/>
                <a:gd name="T1" fmla="*/ 29 h 82"/>
                <a:gd name="T2" fmla="*/ 0 w 73"/>
                <a:gd name="T3" fmla="*/ 82 h 82"/>
                <a:gd name="T4" fmla="*/ 10 w 73"/>
                <a:gd name="T5" fmla="*/ 71 h 82"/>
                <a:gd name="T6" fmla="*/ 73 w 73"/>
                <a:gd name="T7" fmla="*/ 0 h 82"/>
                <a:gd name="T8" fmla="*/ 10 w 73"/>
                <a:gd name="T9" fmla="*/ 25 h 82"/>
                <a:gd name="T10" fmla="*/ 0 w 73"/>
                <a:gd name="T11" fmla="*/ 29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2">
                  <a:moveTo>
                    <a:pt x="0" y="29"/>
                  </a:moveTo>
                  <a:lnTo>
                    <a:pt x="0" y="82"/>
                  </a:lnTo>
                  <a:lnTo>
                    <a:pt x="10" y="71"/>
                  </a:lnTo>
                  <a:lnTo>
                    <a:pt x="73" y="0"/>
                  </a:lnTo>
                  <a:lnTo>
                    <a:pt x="10" y="25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4" name="Freeform 151"/>
            <p:cNvSpPr>
              <a:spLocks/>
            </p:cNvSpPr>
            <p:nvPr userDrawn="1"/>
          </p:nvSpPr>
          <p:spPr bwMode="auto">
            <a:xfrm>
              <a:off x="12801600" y="2792413"/>
              <a:ext cx="322263" cy="482600"/>
            </a:xfrm>
            <a:custGeom>
              <a:avLst/>
              <a:gdLst>
                <a:gd name="T0" fmla="*/ 203 w 203"/>
                <a:gd name="T1" fmla="*/ 0 h 304"/>
                <a:gd name="T2" fmla="*/ 0 w 203"/>
                <a:gd name="T3" fmla="*/ 0 h 304"/>
                <a:gd name="T4" fmla="*/ 0 w 203"/>
                <a:gd name="T5" fmla="*/ 98 h 304"/>
                <a:gd name="T6" fmla="*/ 10 w 203"/>
                <a:gd name="T7" fmla="*/ 126 h 304"/>
                <a:gd name="T8" fmla="*/ 73 w 203"/>
                <a:gd name="T9" fmla="*/ 304 h 304"/>
                <a:gd name="T10" fmla="*/ 199 w 203"/>
                <a:gd name="T11" fmla="*/ 9 h 304"/>
                <a:gd name="T12" fmla="*/ 203 w 203"/>
                <a:gd name="T1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304">
                  <a:moveTo>
                    <a:pt x="203" y="0"/>
                  </a:moveTo>
                  <a:lnTo>
                    <a:pt x="0" y="0"/>
                  </a:lnTo>
                  <a:lnTo>
                    <a:pt x="0" y="98"/>
                  </a:lnTo>
                  <a:lnTo>
                    <a:pt x="10" y="126"/>
                  </a:lnTo>
                  <a:lnTo>
                    <a:pt x="73" y="304"/>
                  </a:lnTo>
                  <a:lnTo>
                    <a:pt x="199" y="9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5" name="Freeform 152"/>
            <p:cNvSpPr>
              <a:spLocks/>
            </p:cNvSpPr>
            <p:nvPr userDrawn="1"/>
          </p:nvSpPr>
          <p:spPr bwMode="auto">
            <a:xfrm>
              <a:off x="14351000" y="2792413"/>
              <a:ext cx="814388" cy="912812"/>
            </a:xfrm>
            <a:custGeom>
              <a:avLst/>
              <a:gdLst>
                <a:gd name="T0" fmla="*/ 490 w 513"/>
                <a:gd name="T1" fmla="*/ 9 h 575"/>
                <a:gd name="T2" fmla="*/ 468 w 513"/>
                <a:gd name="T3" fmla="*/ 22 h 575"/>
                <a:gd name="T4" fmla="*/ 139 w 513"/>
                <a:gd name="T5" fmla="*/ 211 h 575"/>
                <a:gd name="T6" fmla="*/ 0 w 513"/>
                <a:gd name="T7" fmla="*/ 575 h 575"/>
                <a:gd name="T8" fmla="*/ 499 w 513"/>
                <a:gd name="T9" fmla="*/ 16 h 575"/>
                <a:gd name="T10" fmla="*/ 505 w 513"/>
                <a:gd name="T11" fmla="*/ 9 h 575"/>
                <a:gd name="T12" fmla="*/ 513 w 513"/>
                <a:gd name="T13" fmla="*/ 0 h 575"/>
                <a:gd name="T14" fmla="*/ 505 w 513"/>
                <a:gd name="T15" fmla="*/ 0 h 575"/>
                <a:gd name="T16" fmla="*/ 490 w 513"/>
                <a:gd name="T17" fmla="*/ 9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3" h="575">
                  <a:moveTo>
                    <a:pt x="490" y="9"/>
                  </a:moveTo>
                  <a:lnTo>
                    <a:pt x="468" y="22"/>
                  </a:lnTo>
                  <a:lnTo>
                    <a:pt x="139" y="211"/>
                  </a:lnTo>
                  <a:lnTo>
                    <a:pt x="0" y="575"/>
                  </a:lnTo>
                  <a:lnTo>
                    <a:pt x="499" y="16"/>
                  </a:lnTo>
                  <a:lnTo>
                    <a:pt x="505" y="9"/>
                  </a:lnTo>
                  <a:lnTo>
                    <a:pt x="513" y="0"/>
                  </a:lnTo>
                  <a:lnTo>
                    <a:pt x="505" y="0"/>
                  </a:lnTo>
                  <a:lnTo>
                    <a:pt x="490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7" name="Freeform 153"/>
            <p:cNvSpPr>
              <a:spLocks/>
            </p:cNvSpPr>
            <p:nvPr userDrawn="1"/>
          </p:nvSpPr>
          <p:spPr bwMode="auto">
            <a:xfrm>
              <a:off x="15184438" y="2792413"/>
              <a:ext cx="504825" cy="695325"/>
            </a:xfrm>
            <a:custGeom>
              <a:avLst/>
              <a:gdLst>
                <a:gd name="T0" fmla="*/ 58 w 318"/>
                <a:gd name="T1" fmla="*/ 9 h 438"/>
                <a:gd name="T2" fmla="*/ 42 w 318"/>
                <a:gd name="T3" fmla="*/ 4 h 438"/>
                <a:gd name="T4" fmla="*/ 28 w 318"/>
                <a:gd name="T5" fmla="*/ 0 h 438"/>
                <a:gd name="T6" fmla="*/ 0 w 318"/>
                <a:gd name="T7" fmla="*/ 0 h 438"/>
                <a:gd name="T8" fmla="*/ 3 w 318"/>
                <a:gd name="T9" fmla="*/ 9 h 438"/>
                <a:gd name="T10" fmla="*/ 3 w 318"/>
                <a:gd name="T11" fmla="*/ 11 h 438"/>
                <a:gd name="T12" fmla="*/ 137 w 318"/>
                <a:gd name="T13" fmla="*/ 438 h 438"/>
                <a:gd name="T14" fmla="*/ 318 w 318"/>
                <a:gd name="T15" fmla="*/ 86 h 438"/>
                <a:gd name="T16" fmla="*/ 58 w 318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8" h="438">
                  <a:moveTo>
                    <a:pt x="58" y="9"/>
                  </a:moveTo>
                  <a:lnTo>
                    <a:pt x="42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3" y="9"/>
                  </a:lnTo>
                  <a:lnTo>
                    <a:pt x="3" y="11"/>
                  </a:lnTo>
                  <a:lnTo>
                    <a:pt x="137" y="438"/>
                  </a:lnTo>
                  <a:lnTo>
                    <a:pt x="318" y="86"/>
                  </a:lnTo>
                  <a:lnTo>
                    <a:pt x="58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8" name="Freeform 154"/>
            <p:cNvSpPr>
              <a:spLocks/>
            </p:cNvSpPr>
            <p:nvPr userDrawn="1"/>
          </p:nvSpPr>
          <p:spPr bwMode="auto">
            <a:xfrm>
              <a:off x="13995400" y="3705225"/>
              <a:ext cx="639763" cy="111125"/>
            </a:xfrm>
            <a:custGeom>
              <a:avLst/>
              <a:gdLst>
                <a:gd name="T0" fmla="*/ 403 w 403"/>
                <a:gd name="T1" fmla="*/ 70 h 70"/>
                <a:gd name="T2" fmla="*/ 224 w 403"/>
                <a:gd name="T3" fmla="*/ 0 h 70"/>
                <a:gd name="T4" fmla="*/ 0 w 403"/>
                <a:gd name="T5" fmla="*/ 70 h 70"/>
                <a:gd name="T6" fmla="*/ 403 w 403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3" h="70">
                  <a:moveTo>
                    <a:pt x="403" y="70"/>
                  </a:moveTo>
                  <a:lnTo>
                    <a:pt x="224" y="0"/>
                  </a:lnTo>
                  <a:lnTo>
                    <a:pt x="0" y="70"/>
                  </a:lnTo>
                  <a:lnTo>
                    <a:pt x="403" y="7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9" name="Freeform 155"/>
            <p:cNvSpPr>
              <a:spLocks/>
            </p:cNvSpPr>
            <p:nvPr userDrawn="1"/>
          </p:nvSpPr>
          <p:spPr bwMode="auto">
            <a:xfrm>
              <a:off x="12801600" y="2949575"/>
              <a:ext cx="115888" cy="325437"/>
            </a:xfrm>
            <a:custGeom>
              <a:avLst/>
              <a:gdLst>
                <a:gd name="T0" fmla="*/ 0 w 73"/>
                <a:gd name="T1" fmla="*/ 0 h 205"/>
                <a:gd name="T2" fmla="*/ 0 w 73"/>
                <a:gd name="T3" fmla="*/ 122 h 205"/>
                <a:gd name="T4" fmla="*/ 10 w 73"/>
                <a:gd name="T5" fmla="*/ 133 h 205"/>
                <a:gd name="T6" fmla="*/ 73 w 73"/>
                <a:gd name="T7" fmla="*/ 205 h 205"/>
                <a:gd name="T8" fmla="*/ 10 w 73"/>
                <a:gd name="T9" fmla="*/ 28 h 205"/>
                <a:gd name="T10" fmla="*/ 0 w 73"/>
                <a:gd name="T11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205">
                  <a:moveTo>
                    <a:pt x="0" y="0"/>
                  </a:moveTo>
                  <a:lnTo>
                    <a:pt x="0" y="122"/>
                  </a:lnTo>
                  <a:lnTo>
                    <a:pt x="10" y="133"/>
                  </a:lnTo>
                  <a:lnTo>
                    <a:pt x="73" y="205"/>
                  </a:lnTo>
                  <a:lnTo>
                    <a:pt x="1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0" name="Freeform 156"/>
            <p:cNvSpPr>
              <a:spLocks/>
            </p:cNvSpPr>
            <p:nvPr userDrawn="1"/>
          </p:nvSpPr>
          <p:spPr bwMode="auto">
            <a:xfrm>
              <a:off x="13708063" y="2792413"/>
              <a:ext cx="595313" cy="171450"/>
            </a:xfrm>
            <a:custGeom>
              <a:avLst/>
              <a:gdLst>
                <a:gd name="T0" fmla="*/ 236 w 375"/>
                <a:gd name="T1" fmla="*/ 9 h 108"/>
                <a:gd name="T2" fmla="*/ 223 w 375"/>
                <a:gd name="T3" fmla="*/ 0 h 108"/>
                <a:gd name="T4" fmla="*/ 0 w 375"/>
                <a:gd name="T5" fmla="*/ 0 h 108"/>
                <a:gd name="T6" fmla="*/ 31 w 375"/>
                <a:gd name="T7" fmla="*/ 9 h 108"/>
                <a:gd name="T8" fmla="*/ 375 w 375"/>
                <a:gd name="T9" fmla="*/ 108 h 108"/>
                <a:gd name="T10" fmla="*/ 236 w 375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5" h="108">
                  <a:moveTo>
                    <a:pt x="236" y="9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31" y="9"/>
                  </a:lnTo>
                  <a:lnTo>
                    <a:pt x="375" y="108"/>
                  </a:lnTo>
                  <a:lnTo>
                    <a:pt x="236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2" name="Freeform 157"/>
            <p:cNvSpPr>
              <a:spLocks/>
            </p:cNvSpPr>
            <p:nvPr userDrawn="1"/>
          </p:nvSpPr>
          <p:spPr bwMode="auto">
            <a:xfrm>
              <a:off x="15401925" y="2860675"/>
              <a:ext cx="469900" cy="627062"/>
            </a:xfrm>
            <a:custGeom>
              <a:avLst/>
              <a:gdLst>
                <a:gd name="T0" fmla="*/ 295 w 296"/>
                <a:gd name="T1" fmla="*/ 1 h 395"/>
                <a:gd name="T2" fmla="*/ 181 w 296"/>
                <a:gd name="T3" fmla="*/ 43 h 395"/>
                <a:gd name="T4" fmla="*/ 0 w 296"/>
                <a:gd name="T5" fmla="*/ 395 h 395"/>
                <a:gd name="T6" fmla="*/ 295 w 296"/>
                <a:gd name="T7" fmla="*/ 120 h 395"/>
                <a:gd name="T8" fmla="*/ 296 w 296"/>
                <a:gd name="T9" fmla="*/ 119 h 395"/>
                <a:gd name="T10" fmla="*/ 296 w 296"/>
                <a:gd name="T11" fmla="*/ 0 h 395"/>
                <a:gd name="T12" fmla="*/ 295 w 296"/>
                <a:gd name="T13" fmla="*/ 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395">
                  <a:moveTo>
                    <a:pt x="295" y="1"/>
                  </a:moveTo>
                  <a:lnTo>
                    <a:pt x="181" y="43"/>
                  </a:lnTo>
                  <a:lnTo>
                    <a:pt x="0" y="395"/>
                  </a:lnTo>
                  <a:lnTo>
                    <a:pt x="295" y="120"/>
                  </a:lnTo>
                  <a:lnTo>
                    <a:pt x="296" y="119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3" name="Freeform 158"/>
            <p:cNvSpPr>
              <a:spLocks/>
            </p:cNvSpPr>
            <p:nvPr userDrawn="1"/>
          </p:nvSpPr>
          <p:spPr bwMode="auto">
            <a:xfrm>
              <a:off x="15552738" y="3687763"/>
              <a:ext cx="319088" cy="128587"/>
            </a:xfrm>
            <a:custGeom>
              <a:avLst/>
              <a:gdLst>
                <a:gd name="T0" fmla="*/ 13 w 201"/>
                <a:gd name="T1" fmla="*/ 57 h 81"/>
                <a:gd name="T2" fmla="*/ 0 w 201"/>
                <a:gd name="T3" fmla="*/ 81 h 81"/>
                <a:gd name="T4" fmla="*/ 200 w 201"/>
                <a:gd name="T5" fmla="*/ 81 h 81"/>
                <a:gd name="T6" fmla="*/ 201 w 201"/>
                <a:gd name="T7" fmla="*/ 81 h 81"/>
                <a:gd name="T8" fmla="*/ 201 w 201"/>
                <a:gd name="T9" fmla="*/ 0 h 81"/>
                <a:gd name="T10" fmla="*/ 200 w 201"/>
                <a:gd name="T11" fmla="*/ 0 h 81"/>
                <a:gd name="T12" fmla="*/ 13 w 201"/>
                <a:gd name="T13" fmla="*/ 5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81">
                  <a:moveTo>
                    <a:pt x="13" y="57"/>
                  </a:moveTo>
                  <a:lnTo>
                    <a:pt x="0" y="81"/>
                  </a:lnTo>
                  <a:lnTo>
                    <a:pt x="200" y="81"/>
                  </a:lnTo>
                  <a:lnTo>
                    <a:pt x="201" y="81"/>
                  </a:lnTo>
                  <a:lnTo>
                    <a:pt x="201" y="0"/>
                  </a:lnTo>
                  <a:lnTo>
                    <a:pt x="200" y="0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4" name="Freeform 159"/>
            <p:cNvSpPr>
              <a:spLocks/>
            </p:cNvSpPr>
            <p:nvPr userDrawn="1"/>
          </p:nvSpPr>
          <p:spPr bwMode="auto">
            <a:xfrm>
              <a:off x="13303250" y="3705225"/>
              <a:ext cx="1047750" cy="111125"/>
            </a:xfrm>
            <a:custGeom>
              <a:avLst/>
              <a:gdLst>
                <a:gd name="T0" fmla="*/ 436 w 660"/>
                <a:gd name="T1" fmla="*/ 70 h 70"/>
                <a:gd name="T2" fmla="*/ 660 w 660"/>
                <a:gd name="T3" fmla="*/ 0 h 70"/>
                <a:gd name="T4" fmla="*/ 0 w 660"/>
                <a:gd name="T5" fmla="*/ 70 h 70"/>
                <a:gd name="T6" fmla="*/ 436 w 660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0" h="70">
                  <a:moveTo>
                    <a:pt x="436" y="70"/>
                  </a:moveTo>
                  <a:lnTo>
                    <a:pt x="660" y="0"/>
                  </a:lnTo>
                  <a:lnTo>
                    <a:pt x="0" y="70"/>
                  </a:lnTo>
                  <a:lnTo>
                    <a:pt x="436" y="7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160"/>
            <p:cNvSpPr>
              <a:spLocks/>
            </p:cNvSpPr>
            <p:nvPr userDrawn="1"/>
          </p:nvSpPr>
          <p:spPr bwMode="auto">
            <a:xfrm>
              <a:off x="12917488" y="2792413"/>
              <a:ext cx="555625" cy="482600"/>
            </a:xfrm>
            <a:custGeom>
              <a:avLst/>
              <a:gdLst>
                <a:gd name="T0" fmla="*/ 350 w 350"/>
                <a:gd name="T1" fmla="*/ 0 h 304"/>
                <a:gd name="T2" fmla="*/ 130 w 350"/>
                <a:gd name="T3" fmla="*/ 0 h 304"/>
                <a:gd name="T4" fmla="*/ 126 w 350"/>
                <a:gd name="T5" fmla="*/ 9 h 304"/>
                <a:gd name="T6" fmla="*/ 0 w 350"/>
                <a:gd name="T7" fmla="*/ 304 h 304"/>
                <a:gd name="T8" fmla="*/ 339 w 350"/>
                <a:gd name="T9" fmla="*/ 9 h 304"/>
                <a:gd name="T10" fmla="*/ 350 w 350"/>
                <a:gd name="T11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" h="304">
                  <a:moveTo>
                    <a:pt x="350" y="0"/>
                  </a:moveTo>
                  <a:lnTo>
                    <a:pt x="130" y="0"/>
                  </a:lnTo>
                  <a:lnTo>
                    <a:pt x="126" y="9"/>
                  </a:lnTo>
                  <a:lnTo>
                    <a:pt x="0" y="304"/>
                  </a:lnTo>
                  <a:lnTo>
                    <a:pt x="339" y="9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Freeform 161"/>
            <p:cNvSpPr>
              <a:spLocks/>
            </p:cNvSpPr>
            <p:nvPr userDrawn="1"/>
          </p:nvSpPr>
          <p:spPr bwMode="auto">
            <a:xfrm>
              <a:off x="15401925" y="3276600"/>
              <a:ext cx="469900" cy="211137"/>
            </a:xfrm>
            <a:custGeom>
              <a:avLst/>
              <a:gdLst>
                <a:gd name="T0" fmla="*/ 295 w 296"/>
                <a:gd name="T1" fmla="*/ 0 h 133"/>
                <a:gd name="T2" fmla="*/ 0 w 296"/>
                <a:gd name="T3" fmla="*/ 133 h 133"/>
                <a:gd name="T4" fmla="*/ 295 w 296"/>
                <a:gd name="T5" fmla="*/ 131 h 133"/>
                <a:gd name="T6" fmla="*/ 296 w 296"/>
                <a:gd name="T7" fmla="*/ 131 h 133"/>
                <a:gd name="T8" fmla="*/ 296 w 296"/>
                <a:gd name="T9" fmla="*/ 0 h 133"/>
                <a:gd name="T10" fmla="*/ 295 w 296"/>
                <a:gd name="T1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133">
                  <a:moveTo>
                    <a:pt x="295" y="0"/>
                  </a:moveTo>
                  <a:lnTo>
                    <a:pt x="0" y="133"/>
                  </a:lnTo>
                  <a:lnTo>
                    <a:pt x="295" y="131"/>
                  </a:lnTo>
                  <a:lnTo>
                    <a:pt x="296" y="131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7" name="Freeform 162"/>
            <p:cNvSpPr>
              <a:spLocks/>
            </p:cNvSpPr>
            <p:nvPr userDrawn="1"/>
          </p:nvSpPr>
          <p:spPr bwMode="auto">
            <a:xfrm>
              <a:off x="14303375" y="2792413"/>
              <a:ext cx="849313" cy="334962"/>
            </a:xfrm>
            <a:custGeom>
              <a:avLst/>
              <a:gdLst>
                <a:gd name="T0" fmla="*/ 498 w 535"/>
                <a:gd name="T1" fmla="*/ 22 h 211"/>
                <a:gd name="T2" fmla="*/ 520 w 535"/>
                <a:gd name="T3" fmla="*/ 9 h 211"/>
                <a:gd name="T4" fmla="*/ 535 w 535"/>
                <a:gd name="T5" fmla="*/ 0 h 211"/>
                <a:gd name="T6" fmla="*/ 508 w 535"/>
                <a:gd name="T7" fmla="*/ 0 h 211"/>
                <a:gd name="T8" fmla="*/ 465 w 535"/>
                <a:gd name="T9" fmla="*/ 9 h 211"/>
                <a:gd name="T10" fmla="*/ 0 w 535"/>
                <a:gd name="T11" fmla="*/ 108 h 211"/>
                <a:gd name="T12" fmla="*/ 169 w 535"/>
                <a:gd name="T13" fmla="*/ 211 h 211"/>
                <a:gd name="T14" fmla="*/ 498 w 535"/>
                <a:gd name="T15" fmla="*/ 22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5" h="211">
                  <a:moveTo>
                    <a:pt x="498" y="22"/>
                  </a:moveTo>
                  <a:lnTo>
                    <a:pt x="520" y="9"/>
                  </a:lnTo>
                  <a:lnTo>
                    <a:pt x="535" y="0"/>
                  </a:lnTo>
                  <a:lnTo>
                    <a:pt x="508" y="0"/>
                  </a:lnTo>
                  <a:lnTo>
                    <a:pt x="465" y="9"/>
                  </a:lnTo>
                  <a:lnTo>
                    <a:pt x="0" y="108"/>
                  </a:lnTo>
                  <a:lnTo>
                    <a:pt x="169" y="211"/>
                  </a:lnTo>
                  <a:lnTo>
                    <a:pt x="498" y="22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8" name="Freeform 163"/>
            <p:cNvSpPr>
              <a:spLocks/>
            </p:cNvSpPr>
            <p:nvPr userDrawn="1"/>
          </p:nvSpPr>
          <p:spPr bwMode="auto">
            <a:xfrm>
              <a:off x="14270038" y="2792413"/>
              <a:ext cx="74613" cy="171450"/>
            </a:xfrm>
            <a:custGeom>
              <a:avLst/>
              <a:gdLst>
                <a:gd name="T0" fmla="*/ 47 w 47"/>
                <a:gd name="T1" fmla="*/ 0 h 108"/>
                <a:gd name="T2" fmla="*/ 0 w 47"/>
                <a:gd name="T3" fmla="*/ 0 h 108"/>
                <a:gd name="T4" fmla="*/ 2 w 47"/>
                <a:gd name="T5" fmla="*/ 9 h 108"/>
                <a:gd name="T6" fmla="*/ 21 w 47"/>
                <a:gd name="T7" fmla="*/ 108 h 108"/>
                <a:gd name="T8" fmla="*/ 45 w 47"/>
                <a:gd name="T9" fmla="*/ 9 h 108"/>
                <a:gd name="T10" fmla="*/ 47 w 47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08">
                  <a:moveTo>
                    <a:pt x="47" y="0"/>
                  </a:moveTo>
                  <a:lnTo>
                    <a:pt x="0" y="0"/>
                  </a:lnTo>
                  <a:lnTo>
                    <a:pt x="2" y="9"/>
                  </a:lnTo>
                  <a:lnTo>
                    <a:pt x="21" y="108"/>
                  </a:lnTo>
                  <a:lnTo>
                    <a:pt x="45" y="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9" name="Freeform 164"/>
            <p:cNvSpPr>
              <a:spLocks/>
            </p:cNvSpPr>
            <p:nvPr userDrawn="1"/>
          </p:nvSpPr>
          <p:spPr bwMode="auto">
            <a:xfrm>
              <a:off x="14351000" y="3182938"/>
              <a:ext cx="1050925" cy="522287"/>
            </a:xfrm>
            <a:custGeom>
              <a:avLst/>
              <a:gdLst>
                <a:gd name="T0" fmla="*/ 0 w 662"/>
                <a:gd name="T1" fmla="*/ 329 h 329"/>
                <a:gd name="T2" fmla="*/ 662 w 662"/>
                <a:gd name="T3" fmla="*/ 192 h 329"/>
                <a:gd name="T4" fmla="*/ 410 w 662"/>
                <a:gd name="T5" fmla="*/ 0 h 329"/>
                <a:gd name="T6" fmla="*/ 0 w 662"/>
                <a:gd name="T7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329">
                  <a:moveTo>
                    <a:pt x="0" y="329"/>
                  </a:moveTo>
                  <a:lnTo>
                    <a:pt x="662" y="192"/>
                  </a:lnTo>
                  <a:lnTo>
                    <a:pt x="410" y="0"/>
                  </a:lnTo>
                  <a:lnTo>
                    <a:pt x="0" y="329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0" name="Freeform 165"/>
            <p:cNvSpPr>
              <a:spLocks/>
            </p:cNvSpPr>
            <p:nvPr userDrawn="1"/>
          </p:nvSpPr>
          <p:spPr bwMode="auto">
            <a:xfrm>
              <a:off x="15401925" y="3487738"/>
              <a:ext cx="171450" cy="328612"/>
            </a:xfrm>
            <a:custGeom>
              <a:avLst/>
              <a:gdLst>
                <a:gd name="T0" fmla="*/ 95 w 108"/>
                <a:gd name="T1" fmla="*/ 207 h 207"/>
                <a:gd name="T2" fmla="*/ 108 w 108"/>
                <a:gd name="T3" fmla="*/ 183 h 207"/>
                <a:gd name="T4" fmla="*/ 0 w 108"/>
                <a:gd name="T5" fmla="*/ 0 h 207"/>
                <a:gd name="T6" fmla="*/ 5 w 108"/>
                <a:gd name="T7" fmla="*/ 207 h 207"/>
                <a:gd name="T8" fmla="*/ 95 w 108"/>
                <a:gd name="T9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207">
                  <a:moveTo>
                    <a:pt x="95" y="207"/>
                  </a:moveTo>
                  <a:lnTo>
                    <a:pt x="108" y="183"/>
                  </a:lnTo>
                  <a:lnTo>
                    <a:pt x="0" y="0"/>
                  </a:lnTo>
                  <a:lnTo>
                    <a:pt x="5" y="207"/>
                  </a:lnTo>
                  <a:lnTo>
                    <a:pt x="95" y="20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1" name="Freeform 166"/>
            <p:cNvSpPr>
              <a:spLocks/>
            </p:cNvSpPr>
            <p:nvPr userDrawn="1"/>
          </p:nvSpPr>
          <p:spPr bwMode="auto">
            <a:xfrm>
              <a:off x="13957300" y="2963863"/>
              <a:ext cx="393700" cy="741362"/>
            </a:xfrm>
            <a:custGeom>
              <a:avLst/>
              <a:gdLst>
                <a:gd name="T0" fmla="*/ 0 w 248"/>
                <a:gd name="T1" fmla="*/ 187 h 467"/>
                <a:gd name="T2" fmla="*/ 248 w 248"/>
                <a:gd name="T3" fmla="*/ 467 h 467"/>
                <a:gd name="T4" fmla="*/ 218 w 248"/>
                <a:gd name="T5" fmla="*/ 0 h 467"/>
                <a:gd name="T6" fmla="*/ 0 w 248"/>
                <a:gd name="T7" fmla="*/ 18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8" h="467">
                  <a:moveTo>
                    <a:pt x="0" y="187"/>
                  </a:moveTo>
                  <a:lnTo>
                    <a:pt x="248" y="467"/>
                  </a:lnTo>
                  <a:lnTo>
                    <a:pt x="218" y="0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2" name="Freeform 167"/>
            <p:cNvSpPr>
              <a:spLocks/>
            </p:cNvSpPr>
            <p:nvPr userDrawn="1"/>
          </p:nvSpPr>
          <p:spPr bwMode="auto">
            <a:xfrm>
              <a:off x="12801600" y="3225800"/>
              <a:ext cx="115888" cy="95250"/>
            </a:xfrm>
            <a:custGeom>
              <a:avLst/>
              <a:gdLst>
                <a:gd name="T0" fmla="*/ 0 w 73"/>
                <a:gd name="T1" fmla="*/ 0 h 60"/>
                <a:gd name="T2" fmla="*/ 0 w 73"/>
                <a:gd name="T3" fmla="*/ 60 h 60"/>
                <a:gd name="T4" fmla="*/ 10 w 73"/>
                <a:gd name="T5" fmla="*/ 56 h 60"/>
                <a:gd name="T6" fmla="*/ 73 w 73"/>
                <a:gd name="T7" fmla="*/ 31 h 60"/>
                <a:gd name="T8" fmla="*/ 10 w 73"/>
                <a:gd name="T9" fmla="*/ 4 h 60"/>
                <a:gd name="T10" fmla="*/ 0 w 73"/>
                <a:gd name="T11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60">
                  <a:moveTo>
                    <a:pt x="0" y="0"/>
                  </a:moveTo>
                  <a:lnTo>
                    <a:pt x="0" y="60"/>
                  </a:lnTo>
                  <a:lnTo>
                    <a:pt x="10" y="56"/>
                  </a:lnTo>
                  <a:lnTo>
                    <a:pt x="73" y="31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3" name="Freeform 168"/>
            <p:cNvSpPr>
              <a:spLocks/>
            </p:cNvSpPr>
            <p:nvPr userDrawn="1"/>
          </p:nvSpPr>
          <p:spPr bwMode="auto">
            <a:xfrm>
              <a:off x="12917488" y="2792413"/>
              <a:ext cx="1385888" cy="482600"/>
            </a:xfrm>
            <a:custGeom>
              <a:avLst/>
              <a:gdLst>
                <a:gd name="T0" fmla="*/ 498 w 873"/>
                <a:gd name="T1" fmla="*/ 0 h 304"/>
                <a:gd name="T2" fmla="*/ 351 w 873"/>
                <a:gd name="T3" fmla="*/ 0 h 304"/>
                <a:gd name="T4" fmla="*/ 350 w 873"/>
                <a:gd name="T5" fmla="*/ 0 h 304"/>
                <a:gd name="T6" fmla="*/ 339 w 873"/>
                <a:gd name="T7" fmla="*/ 9 h 304"/>
                <a:gd name="T8" fmla="*/ 0 w 873"/>
                <a:gd name="T9" fmla="*/ 304 h 304"/>
                <a:gd name="T10" fmla="*/ 873 w 873"/>
                <a:gd name="T11" fmla="*/ 108 h 304"/>
                <a:gd name="T12" fmla="*/ 529 w 873"/>
                <a:gd name="T13" fmla="*/ 9 h 304"/>
                <a:gd name="T14" fmla="*/ 498 w 873"/>
                <a:gd name="T1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3" h="304">
                  <a:moveTo>
                    <a:pt x="498" y="0"/>
                  </a:moveTo>
                  <a:lnTo>
                    <a:pt x="351" y="0"/>
                  </a:lnTo>
                  <a:lnTo>
                    <a:pt x="350" y="0"/>
                  </a:lnTo>
                  <a:lnTo>
                    <a:pt x="339" y="9"/>
                  </a:lnTo>
                  <a:lnTo>
                    <a:pt x="0" y="304"/>
                  </a:lnTo>
                  <a:lnTo>
                    <a:pt x="873" y="108"/>
                  </a:lnTo>
                  <a:lnTo>
                    <a:pt x="529" y="9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4" name="Freeform 169"/>
            <p:cNvSpPr>
              <a:spLocks/>
            </p:cNvSpPr>
            <p:nvPr userDrawn="1"/>
          </p:nvSpPr>
          <p:spPr bwMode="auto">
            <a:xfrm>
              <a:off x="15401925" y="3049588"/>
              <a:ext cx="469900" cy="438150"/>
            </a:xfrm>
            <a:custGeom>
              <a:avLst/>
              <a:gdLst>
                <a:gd name="T0" fmla="*/ 295 w 296"/>
                <a:gd name="T1" fmla="*/ 1 h 276"/>
                <a:gd name="T2" fmla="*/ 0 w 296"/>
                <a:gd name="T3" fmla="*/ 276 h 276"/>
                <a:gd name="T4" fmla="*/ 295 w 296"/>
                <a:gd name="T5" fmla="*/ 143 h 276"/>
                <a:gd name="T6" fmla="*/ 296 w 296"/>
                <a:gd name="T7" fmla="*/ 143 h 276"/>
                <a:gd name="T8" fmla="*/ 296 w 296"/>
                <a:gd name="T9" fmla="*/ 0 h 276"/>
                <a:gd name="T10" fmla="*/ 295 w 296"/>
                <a:gd name="T11" fmla="*/ 1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276">
                  <a:moveTo>
                    <a:pt x="295" y="1"/>
                  </a:moveTo>
                  <a:lnTo>
                    <a:pt x="0" y="276"/>
                  </a:lnTo>
                  <a:lnTo>
                    <a:pt x="295" y="143"/>
                  </a:lnTo>
                  <a:lnTo>
                    <a:pt x="296" y="143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5" name="Freeform 170"/>
            <p:cNvSpPr>
              <a:spLocks/>
            </p:cNvSpPr>
            <p:nvPr userDrawn="1"/>
          </p:nvSpPr>
          <p:spPr bwMode="auto">
            <a:xfrm>
              <a:off x="15001875" y="2792413"/>
              <a:ext cx="400050" cy="695325"/>
            </a:xfrm>
            <a:custGeom>
              <a:avLst/>
              <a:gdLst>
                <a:gd name="T0" fmla="*/ 118 w 252"/>
                <a:gd name="T1" fmla="*/ 9 h 438"/>
                <a:gd name="T2" fmla="*/ 115 w 252"/>
                <a:gd name="T3" fmla="*/ 0 h 438"/>
                <a:gd name="T4" fmla="*/ 108 w 252"/>
                <a:gd name="T5" fmla="*/ 0 h 438"/>
                <a:gd name="T6" fmla="*/ 104 w 252"/>
                <a:gd name="T7" fmla="*/ 9 h 438"/>
                <a:gd name="T8" fmla="*/ 102 w 252"/>
                <a:gd name="T9" fmla="*/ 14 h 438"/>
                <a:gd name="T10" fmla="*/ 0 w 252"/>
                <a:gd name="T11" fmla="*/ 246 h 438"/>
                <a:gd name="T12" fmla="*/ 252 w 252"/>
                <a:gd name="T13" fmla="*/ 438 h 438"/>
                <a:gd name="T14" fmla="*/ 118 w 252"/>
                <a:gd name="T15" fmla="*/ 11 h 438"/>
                <a:gd name="T16" fmla="*/ 118 w 252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2" h="438">
                  <a:moveTo>
                    <a:pt x="118" y="9"/>
                  </a:moveTo>
                  <a:lnTo>
                    <a:pt x="115" y="0"/>
                  </a:lnTo>
                  <a:lnTo>
                    <a:pt x="108" y="0"/>
                  </a:lnTo>
                  <a:lnTo>
                    <a:pt x="104" y="9"/>
                  </a:lnTo>
                  <a:lnTo>
                    <a:pt x="102" y="14"/>
                  </a:lnTo>
                  <a:lnTo>
                    <a:pt x="0" y="246"/>
                  </a:lnTo>
                  <a:lnTo>
                    <a:pt x="252" y="438"/>
                  </a:lnTo>
                  <a:lnTo>
                    <a:pt x="118" y="11"/>
                  </a:lnTo>
                  <a:lnTo>
                    <a:pt x="118" y="9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6" name="Freeform 171"/>
            <p:cNvSpPr>
              <a:spLocks/>
            </p:cNvSpPr>
            <p:nvPr userDrawn="1"/>
          </p:nvSpPr>
          <p:spPr bwMode="auto">
            <a:xfrm>
              <a:off x="14351000" y="3705225"/>
              <a:ext cx="922338" cy="111125"/>
            </a:xfrm>
            <a:custGeom>
              <a:avLst/>
              <a:gdLst>
                <a:gd name="T0" fmla="*/ 0 w 581"/>
                <a:gd name="T1" fmla="*/ 0 h 70"/>
                <a:gd name="T2" fmla="*/ 179 w 581"/>
                <a:gd name="T3" fmla="*/ 70 h 70"/>
                <a:gd name="T4" fmla="*/ 581 w 581"/>
                <a:gd name="T5" fmla="*/ 70 h 70"/>
                <a:gd name="T6" fmla="*/ 561 w 581"/>
                <a:gd name="T7" fmla="*/ 34 h 70"/>
                <a:gd name="T8" fmla="*/ 0 w 581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1" h="70">
                  <a:moveTo>
                    <a:pt x="0" y="0"/>
                  </a:moveTo>
                  <a:lnTo>
                    <a:pt x="179" y="70"/>
                  </a:lnTo>
                  <a:lnTo>
                    <a:pt x="581" y="70"/>
                  </a:lnTo>
                  <a:lnTo>
                    <a:pt x="561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7" name="Freeform 172"/>
            <p:cNvSpPr>
              <a:spLocks/>
            </p:cNvSpPr>
            <p:nvPr userDrawn="1"/>
          </p:nvSpPr>
          <p:spPr bwMode="auto">
            <a:xfrm>
              <a:off x="12917488" y="3275013"/>
              <a:ext cx="1433513" cy="541337"/>
            </a:xfrm>
            <a:custGeom>
              <a:avLst/>
              <a:gdLst>
                <a:gd name="T0" fmla="*/ 179 w 903"/>
                <a:gd name="T1" fmla="*/ 336 h 341"/>
                <a:gd name="T2" fmla="*/ 182 w 903"/>
                <a:gd name="T3" fmla="*/ 341 h 341"/>
                <a:gd name="T4" fmla="*/ 243 w 903"/>
                <a:gd name="T5" fmla="*/ 341 h 341"/>
                <a:gd name="T6" fmla="*/ 903 w 903"/>
                <a:gd name="T7" fmla="*/ 271 h 341"/>
                <a:gd name="T8" fmla="*/ 0 w 903"/>
                <a:gd name="T9" fmla="*/ 0 h 341"/>
                <a:gd name="T10" fmla="*/ 179 w 903"/>
                <a:gd name="T11" fmla="*/ 33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3" h="341">
                  <a:moveTo>
                    <a:pt x="179" y="336"/>
                  </a:moveTo>
                  <a:lnTo>
                    <a:pt x="182" y="341"/>
                  </a:lnTo>
                  <a:lnTo>
                    <a:pt x="243" y="341"/>
                  </a:lnTo>
                  <a:lnTo>
                    <a:pt x="903" y="271"/>
                  </a:lnTo>
                  <a:lnTo>
                    <a:pt x="0" y="0"/>
                  </a:lnTo>
                  <a:lnTo>
                    <a:pt x="179" y="336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8" name="Freeform 173"/>
            <p:cNvSpPr>
              <a:spLocks/>
            </p:cNvSpPr>
            <p:nvPr userDrawn="1"/>
          </p:nvSpPr>
          <p:spPr bwMode="auto">
            <a:xfrm>
              <a:off x="14062075" y="2792413"/>
              <a:ext cx="241300" cy="171450"/>
            </a:xfrm>
            <a:custGeom>
              <a:avLst/>
              <a:gdLst>
                <a:gd name="T0" fmla="*/ 152 w 152"/>
                <a:gd name="T1" fmla="*/ 108 h 108"/>
                <a:gd name="T2" fmla="*/ 133 w 152"/>
                <a:gd name="T3" fmla="*/ 9 h 108"/>
                <a:gd name="T4" fmla="*/ 131 w 152"/>
                <a:gd name="T5" fmla="*/ 0 h 108"/>
                <a:gd name="T6" fmla="*/ 0 w 152"/>
                <a:gd name="T7" fmla="*/ 0 h 108"/>
                <a:gd name="T8" fmla="*/ 13 w 152"/>
                <a:gd name="T9" fmla="*/ 9 h 108"/>
                <a:gd name="T10" fmla="*/ 152 w 152"/>
                <a:gd name="T11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108">
                  <a:moveTo>
                    <a:pt x="152" y="108"/>
                  </a:moveTo>
                  <a:lnTo>
                    <a:pt x="133" y="9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13" y="9"/>
                  </a:lnTo>
                  <a:lnTo>
                    <a:pt x="152" y="108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9" name="Freeform 174"/>
            <p:cNvSpPr>
              <a:spLocks/>
            </p:cNvSpPr>
            <p:nvPr userDrawn="1"/>
          </p:nvSpPr>
          <p:spPr bwMode="auto">
            <a:xfrm>
              <a:off x="13903325" y="3136900"/>
              <a:ext cx="395288" cy="400050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175"/>
            <p:cNvSpPr>
              <a:spLocks/>
            </p:cNvSpPr>
            <p:nvPr userDrawn="1"/>
          </p:nvSpPr>
          <p:spPr bwMode="auto">
            <a:xfrm>
              <a:off x="14747875" y="3143250"/>
              <a:ext cx="441325" cy="393700"/>
            </a:xfrm>
            <a:custGeom>
              <a:avLst/>
              <a:gdLst>
                <a:gd name="T0" fmla="*/ 200 w 278"/>
                <a:gd name="T1" fmla="*/ 0 h 248"/>
                <a:gd name="T2" fmla="*/ 139 w 278"/>
                <a:gd name="T3" fmla="*/ 169 h 248"/>
                <a:gd name="T4" fmla="*/ 77 w 278"/>
                <a:gd name="T5" fmla="*/ 0 h 248"/>
                <a:gd name="T6" fmla="*/ 0 w 278"/>
                <a:gd name="T7" fmla="*/ 0 h 248"/>
                <a:gd name="T8" fmla="*/ 102 w 278"/>
                <a:gd name="T9" fmla="*/ 248 h 248"/>
                <a:gd name="T10" fmla="*/ 176 w 278"/>
                <a:gd name="T11" fmla="*/ 248 h 248"/>
                <a:gd name="T12" fmla="*/ 278 w 278"/>
                <a:gd name="T13" fmla="*/ 0 h 248"/>
                <a:gd name="T14" fmla="*/ 200 w 278"/>
                <a:gd name="T15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248">
                  <a:moveTo>
                    <a:pt x="200" y="0"/>
                  </a:moveTo>
                  <a:lnTo>
                    <a:pt x="139" y="169"/>
                  </a:lnTo>
                  <a:lnTo>
                    <a:pt x="77" y="0"/>
                  </a:lnTo>
                  <a:lnTo>
                    <a:pt x="0" y="0"/>
                  </a:lnTo>
                  <a:lnTo>
                    <a:pt x="102" y="248"/>
                  </a:lnTo>
                  <a:lnTo>
                    <a:pt x="176" y="248"/>
                  </a:lnTo>
                  <a:lnTo>
                    <a:pt x="278" y="0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176"/>
            <p:cNvSpPr>
              <a:spLocks noEditPoints="1"/>
            </p:cNvSpPr>
            <p:nvPr userDrawn="1"/>
          </p:nvSpPr>
          <p:spPr bwMode="auto">
            <a:xfrm>
              <a:off x="13454063" y="3136900"/>
              <a:ext cx="409575" cy="406400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177"/>
            <p:cNvSpPr>
              <a:spLocks/>
            </p:cNvSpPr>
            <p:nvPr userDrawn="1"/>
          </p:nvSpPr>
          <p:spPr bwMode="auto">
            <a:xfrm>
              <a:off x="13087350" y="3025775"/>
              <a:ext cx="355600" cy="511175"/>
            </a:xfrm>
            <a:custGeom>
              <a:avLst/>
              <a:gdLst>
                <a:gd name="T0" fmla="*/ 224 w 224"/>
                <a:gd name="T1" fmla="*/ 259 h 322"/>
                <a:gd name="T2" fmla="*/ 69 w 224"/>
                <a:gd name="T3" fmla="*/ 259 h 322"/>
                <a:gd name="T4" fmla="*/ 69 w 224"/>
                <a:gd name="T5" fmla="*/ 0 h 322"/>
                <a:gd name="T6" fmla="*/ 0 w 224"/>
                <a:gd name="T7" fmla="*/ 0 h 322"/>
                <a:gd name="T8" fmla="*/ 0 w 224"/>
                <a:gd name="T9" fmla="*/ 322 h 322"/>
                <a:gd name="T10" fmla="*/ 224 w 224"/>
                <a:gd name="T11" fmla="*/ 322 h 322"/>
                <a:gd name="T12" fmla="*/ 224 w 224"/>
                <a:gd name="T13" fmla="*/ 259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4" h="322">
                  <a:moveTo>
                    <a:pt x="224" y="259"/>
                  </a:moveTo>
                  <a:lnTo>
                    <a:pt x="69" y="259"/>
                  </a:lnTo>
                  <a:lnTo>
                    <a:pt x="69" y="0"/>
                  </a:lnTo>
                  <a:lnTo>
                    <a:pt x="0" y="0"/>
                  </a:lnTo>
                  <a:lnTo>
                    <a:pt x="0" y="322"/>
                  </a:lnTo>
                  <a:lnTo>
                    <a:pt x="224" y="322"/>
                  </a:lnTo>
                  <a:lnTo>
                    <a:pt x="224" y="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178"/>
            <p:cNvSpPr>
              <a:spLocks noEditPoints="1"/>
            </p:cNvSpPr>
            <p:nvPr userDrawn="1"/>
          </p:nvSpPr>
          <p:spPr bwMode="auto">
            <a:xfrm>
              <a:off x="15173325" y="3136900"/>
              <a:ext cx="422275" cy="406400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179"/>
            <p:cNvSpPr>
              <a:spLocks noEditPoints="1"/>
            </p:cNvSpPr>
            <p:nvPr userDrawn="1"/>
          </p:nvSpPr>
          <p:spPr bwMode="auto">
            <a:xfrm>
              <a:off x="14341475" y="3136900"/>
              <a:ext cx="422275" cy="406400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5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5" name="TextBox 74"/>
          <p:cNvSpPr txBox="1"/>
          <p:nvPr userDrawn="1"/>
        </p:nvSpPr>
        <p:spPr>
          <a:xfrm>
            <a:off x="548783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589558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2" y="1391544"/>
            <a:ext cx="996041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548783" y="3999750"/>
            <a:ext cx="9960410" cy="4620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500" spc="0" baseline="0">
                <a:solidFill>
                  <a:schemeClr val="accent5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grpSp>
        <p:nvGrpSpPr>
          <p:cNvPr id="29" name="Group 28"/>
          <p:cNvGrpSpPr/>
          <p:nvPr userDrawn="1"/>
        </p:nvGrpSpPr>
        <p:grpSpPr>
          <a:xfrm rot="16200000">
            <a:off x="10144785" y="2414553"/>
            <a:ext cx="3070226" cy="1024204"/>
            <a:chOff x="12801600" y="2792413"/>
            <a:chExt cx="3070226" cy="1023937"/>
          </a:xfrm>
        </p:grpSpPr>
        <p:sp>
          <p:nvSpPr>
            <p:cNvPr id="30" name="Freeform 137"/>
            <p:cNvSpPr>
              <a:spLocks/>
            </p:cNvSpPr>
            <p:nvPr userDrawn="1"/>
          </p:nvSpPr>
          <p:spPr bwMode="auto">
            <a:xfrm>
              <a:off x="15401925" y="3484563"/>
              <a:ext cx="469900" cy="293687"/>
            </a:xfrm>
            <a:custGeom>
              <a:avLst/>
              <a:gdLst>
                <a:gd name="T0" fmla="*/ 295 w 296"/>
                <a:gd name="T1" fmla="*/ 0 h 185"/>
                <a:gd name="T2" fmla="*/ 0 w 296"/>
                <a:gd name="T3" fmla="*/ 2 h 185"/>
                <a:gd name="T4" fmla="*/ 108 w 296"/>
                <a:gd name="T5" fmla="*/ 185 h 185"/>
                <a:gd name="T6" fmla="*/ 295 w 296"/>
                <a:gd name="T7" fmla="*/ 128 h 185"/>
                <a:gd name="T8" fmla="*/ 296 w 296"/>
                <a:gd name="T9" fmla="*/ 128 h 185"/>
                <a:gd name="T10" fmla="*/ 296 w 296"/>
                <a:gd name="T11" fmla="*/ 0 h 185"/>
                <a:gd name="T12" fmla="*/ 295 w 296"/>
                <a:gd name="T13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185">
                  <a:moveTo>
                    <a:pt x="295" y="0"/>
                  </a:moveTo>
                  <a:lnTo>
                    <a:pt x="0" y="2"/>
                  </a:lnTo>
                  <a:lnTo>
                    <a:pt x="108" y="185"/>
                  </a:lnTo>
                  <a:lnTo>
                    <a:pt x="295" y="128"/>
                  </a:lnTo>
                  <a:lnTo>
                    <a:pt x="296" y="128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38"/>
            <p:cNvSpPr>
              <a:spLocks/>
            </p:cNvSpPr>
            <p:nvPr userDrawn="1"/>
          </p:nvSpPr>
          <p:spPr bwMode="auto">
            <a:xfrm>
              <a:off x="14303375" y="2792413"/>
              <a:ext cx="806450" cy="171450"/>
            </a:xfrm>
            <a:custGeom>
              <a:avLst/>
              <a:gdLst>
                <a:gd name="T0" fmla="*/ 100 w 508"/>
                <a:gd name="T1" fmla="*/ 9 h 108"/>
                <a:gd name="T2" fmla="*/ 0 w 508"/>
                <a:gd name="T3" fmla="*/ 108 h 108"/>
                <a:gd name="T4" fmla="*/ 465 w 508"/>
                <a:gd name="T5" fmla="*/ 9 h 108"/>
                <a:gd name="T6" fmla="*/ 508 w 508"/>
                <a:gd name="T7" fmla="*/ 0 h 108"/>
                <a:gd name="T8" fmla="*/ 109 w 508"/>
                <a:gd name="T9" fmla="*/ 0 h 108"/>
                <a:gd name="T10" fmla="*/ 100 w 508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8" h="108">
                  <a:moveTo>
                    <a:pt x="100" y="9"/>
                  </a:moveTo>
                  <a:lnTo>
                    <a:pt x="0" y="108"/>
                  </a:lnTo>
                  <a:lnTo>
                    <a:pt x="465" y="9"/>
                  </a:lnTo>
                  <a:lnTo>
                    <a:pt x="508" y="0"/>
                  </a:lnTo>
                  <a:lnTo>
                    <a:pt x="109" y="0"/>
                  </a:lnTo>
                  <a:lnTo>
                    <a:pt x="100" y="9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39"/>
            <p:cNvSpPr>
              <a:spLocks/>
            </p:cNvSpPr>
            <p:nvPr userDrawn="1"/>
          </p:nvSpPr>
          <p:spPr bwMode="auto">
            <a:xfrm>
              <a:off x="12812713" y="3275013"/>
              <a:ext cx="393700" cy="541337"/>
            </a:xfrm>
            <a:custGeom>
              <a:avLst/>
              <a:gdLst>
                <a:gd name="T0" fmla="*/ 66 w 248"/>
                <a:gd name="T1" fmla="*/ 0 h 341"/>
                <a:gd name="T2" fmla="*/ 3 w 248"/>
                <a:gd name="T3" fmla="*/ 329 h 341"/>
                <a:gd name="T4" fmla="*/ 0 w 248"/>
                <a:gd name="T5" fmla="*/ 341 h 341"/>
                <a:gd name="T6" fmla="*/ 3 w 248"/>
                <a:gd name="T7" fmla="*/ 341 h 341"/>
                <a:gd name="T8" fmla="*/ 192 w 248"/>
                <a:gd name="T9" fmla="*/ 341 h 341"/>
                <a:gd name="T10" fmla="*/ 248 w 248"/>
                <a:gd name="T11" fmla="*/ 341 h 341"/>
                <a:gd name="T12" fmla="*/ 245 w 248"/>
                <a:gd name="T13" fmla="*/ 336 h 341"/>
                <a:gd name="T14" fmla="*/ 66 w 248"/>
                <a:gd name="T15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8" h="341">
                  <a:moveTo>
                    <a:pt x="66" y="0"/>
                  </a:moveTo>
                  <a:lnTo>
                    <a:pt x="3" y="329"/>
                  </a:lnTo>
                  <a:lnTo>
                    <a:pt x="0" y="341"/>
                  </a:lnTo>
                  <a:lnTo>
                    <a:pt x="3" y="341"/>
                  </a:lnTo>
                  <a:lnTo>
                    <a:pt x="192" y="341"/>
                  </a:lnTo>
                  <a:lnTo>
                    <a:pt x="248" y="341"/>
                  </a:lnTo>
                  <a:lnTo>
                    <a:pt x="245" y="336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40"/>
            <p:cNvSpPr>
              <a:spLocks/>
            </p:cNvSpPr>
            <p:nvPr userDrawn="1"/>
          </p:nvSpPr>
          <p:spPr bwMode="auto">
            <a:xfrm>
              <a:off x="15241588" y="3487738"/>
              <a:ext cx="168275" cy="328612"/>
            </a:xfrm>
            <a:custGeom>
              <a:avLst/>
              <a:gdLst>
                <a:gd name="T0" fmla="*/ 101 w 106"/>
                <a:gd name="T1" fmla="*/ 0 h 207"/>
                <a:gd name="T2" fmla="*/ 0 w 106"/>
                <a:gd name="T3" fmla="*/ 171 h 207"/>
                <a:gd name="T4" fmla="*/ 20 w 106"/>
                <a:gd name="T5" fmla="*/ 207 h 207"/>
                <a:gd name="T6" fmla="*/ 106 w 106"/>
                <a:gd name="T7" fmla="*/ 207 h 207"/>
                <a:gd name="T8" fmla="*/ 101 w 106"/>
                <a:gd name="T9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207">
                  <a:moveTo>
                    <a:pt x="101" y="0"/>
                  </a:moveTo>
                  <a:lnTo>
                    <a:pt x="0" y="171"/>
                  </a:lnTo>
                  <a:lnTo>
                    <a:pt x="20" y="207"/>
                  </a:lnTo>
                  <a:lnTo>
                    <a:pt x="106" y="20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4" name="Freeform 141"/>
            <p:cNvSpPr>
              <a:spLocks/>
            </p:cNvSpPr>
            <p:nvPr userDrawn="1"/>
          </p:nvSpPr>
          <p:spPr bwMode="auto">
            <a:xfrm>
              <a:off x="14303375" y="2963863"/>
              <a:ext cx="268288" cy="741362"/>
            </a:xfrm>
            <a:custGeom>
              <a:avLst/>
              <a:gdLst>
                <a:gd name="T0" fmla="*/ 30 w 169"/>
                <a:gd name="T1" fmla="*/ 467 h 467"/>
                <a:gd name="T2" fmla="*/ 169 w 169"/>
                <a:gd name="T3" fmla="*/ 103 h 467"/>
                <a:gd name="T4" fmla="*/ 0 w 169"/>
                <a:gd name="T5" fmla="*/ 0 h 467"/>
                <a:gd name="T6" fmla="*/ 30 w 169"/>
                <a:gd name="T7" fmla="*/ 46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9" h="467">
                  <a:moveTo>
                    <a:pt x="30" y="467"/>
                  </a:moveTo>
                  <a:lnTo>
                    <a:pt x="169" y="103"/>
                  </a:lnTo>
                  <a:lnTo>
                    <a:pt x="0" y="0"/>
                  </a:lnTo>
                  <a:lnTo>
                    <a:pt x="30" y="467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5" name="Freeform 142"/>
            <p:cNvSpPr>
              <a:spLocks/>
            </p:cNvSpPr>
            <p:nvPr userDrawn="1"/>
          </p:nvSpPr>
          <p:spPr bwMode="auto">
            <a:xfrm>
              <a:off x="12801600" y="3275013"/>
              <a:ext cx="115888" cy="541337"/>
            </a:xfrm>
            <a:custGeom>
              <a:avLst/>
              <a:gdLst>
                <a:gd name="T0" fmla="*/ 0 w 73"/>
                <a:gd name="T1" fmla="*/ 82 h 341"/>
                <a:gd name="T2" fmla="*/ 0 w 73"/>
                <a:gd name="T3" fmla="*/ 341 h 341"/>
                <a:gd name="T4" fmla="*/ 6 w 73"/>
                <a:gd name="T5" fmla="*/ 341 h 341"/>
                <a:gd name="T6" fmla="*/ 7 w 73"/>
                <a:gd name="T7" fmla="*/ 341 h 341"/>
                <a:gd name="T8" fmla="*/ 10 w 73"/>
                <a:gd name="T9" fmla="*/ 329 h 341"/>
                <a:gd name="T10" fmla="*/ 73 w 73"/>
                <a:gd name="T11" fmla="*/ 0 h 341"/>
                <a:gd name="T12" fmla="*/ 10 w 73"/>
                <a:gd name="T13" fmla="*/ 71 h 341"/>
                <a:gd name="T14" fmla="*/ 0 w 73"/>
                <a:gd name="T15" fmla="*/ 8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341">
                  <a:moveTo>
                    <a:pt x="0" y="82"/>
                  </a:moveTo>
                  <a:lnTo>
                    <a:pt x="0" y="341"/>
                  </a:lnTo>
                  <a:lnTo>
                    <a:pt x="6" y="341"/>
                  </a:lnTo>
                  <a:lnTo>
                    <a:pt x="7" y="341"/>
                  </a:lnTo>
                  <a:lnTo>
                    <a:pt x="10" y="329"/>
                  </a:lnTo>
                  <a:lnTo>
                    <a:pt x="73" y="0"/>
                  </a:lnTo>
                  <a:lnTo>
                    <a:pt x="10" y="71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6" name="Freeform 143"/>
            <p:cNvSpPr>
              <a:spLocks/>
            </p:cNvSpPr>
            <p:nvPr userDrawn="1"/>
          </p:nvSpPr>
          <p:spPr bwMode="auto">
            <a:xfrm>
              <a:off x="12917488" y="2963863"/>
              <a:ext cx="1385888" cy="311150"/>
            </a:xfrm>
            <a:custGeom>
              <a:avLst/>
              <a:gdLst>
                <a:gd name="T0" fmla="*/ 655 w 873"/>
                <a:gd name="T1" fmla="*/ 187 h 196"/>
                <a:gd name="T2" fmla="*/ 873 w 873"/>
                <a:gd name="T3" fmla="*/ 0 h 196"/>
                <a:gd name="T4" fmla="*/ 0 w 873"/>
                <a:gd name="T5" fmla="*/ 196 h 196"/>
                <a:gd name="T6" fmla="*/ 655 w 873"/>
                <a:gd name="T7" fmla="*/ 187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3" h="196">
                  <a:moveTo>
                    <a:pt x="655" y="187"/>
                  </a:moveTo>
                  <a:lnTo>
                    <a:pt x="873" y="0"/>
                  </a:lnTo>
                  <a:lnTo>
                    <a:pt x="0" y="196"/>
                  </a:lnTo>
                  <a:lnTo>
                    <a:pt x="655" y="187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7" name="Freeform 144"/>
            <p:cNvSpPr>
              <a:spLocks/>
            </p:cNvSpPr>
            <p:nvPr userDrawn="1"/>
          </p:nvSpPr>
          <p:spPr bwMode="auto">
            <a:xfrm>
              <a:off x="14351000" y="2792413"/>
              <a:ext cx="822325" cy="912812"/>
            </a:xfrm>
            <a:custGeom>
              <a:avLst/>
              <a:gdLst>
                <a:gd name="T0" fmla="*/ 513 w 518"/>
                <a:gd name="T1" fmla="*/ 0 h 575"/>
                <a:gd name="T2" fmla="*/ 505 w 518"/>
                <a:gd name="T3" fmla="*/ 9 h 575"/>
                <a:gd name="T4" fmla="*/ 499 w 518"/>
                <a:gd name="T5" fmla="*/ 16 h 575"/>
                <a:gd name="T6" fmla="*/ 0 w 518"/>
                <a:gd name="T7" fmla="*/ 575 h 575"/>
                <a:gd name="T8" fmla="*/ 410 w 518"/>
                <a:gd name="T9" fmla="*/ 246 h 575"/>
                <a:gd name="T10" fmla="*/ 512 w 518"/>
                <a:gd name="T11" fmla="*/ 14 h 575"/>
                <a:gd name="T12" fmla="*/ 514 w 518"/>
                <a:gd name="T13" fmla="*/ 9 h 575"/>
                <a:gd name="T14" fmla="*/ 518 w 518"/>
                <a:gd name="T15" fmla="*/ 0 h 575"/>
                <a:gd name="T16" fmla="*/ 513 w 518"/>
                <a:gd name="T17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8" h="575">
                  <a:moveTo>
                    <a:pt x="513" y="0"/>
                  </a:moveTo>
                  <a:lnTo>
                    <a:pt x="505" y="9"/>
                  </a:lnTo>
                  <a:lnTo>
                    <a:pt x="499" y="16"/>
                  </a:lnTo>
                  <a:lnTo>
                    <a:pt x="0" y="575"/>
                  </a:lnTo>
                  <a:lnTo>
                    <a:pt x="410" y="246"/>
                  </a:lnTo>
                  <a:lnTo>
                    <a:pt x="512" y="14"/>
                  </a:lnTo>
                  <a:lnTo>
                    <a:pt x="514" y="9"/>
                  </a:lnTo>
                  <a:lnTo>
                    <a:pt x="518" y="0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8" name="Freeform 145"/>
            <p:cNvSpPr>
              <a:spLocks/>
            </p:cNvSpPr>
            <p:nvPr userDrawn="1"/>
          </p:nvSpPr>
          <p:spPr bwMode="auto">
            <a:xfrm>
              <a:off x="12801600" y="3143250"/>
              <a:ext cx="115888" cy="131762"/>
            </a:xfrm>
            <a:custGeom>
              <a:avLst/>
              <a:gdLst>
                <a:gd name="T0" fmla="*/ 0 w 73"/>
                <a:gd name="T1" fmla="*/ 0 h 83"/>
                <a:gd name="T2" fmla="*/ 0 w 73"/>
                <a:gd name="T3" fmla="*/ 52 h 83"/>
                <a:gd name="T4" fmla="*/ 10 w 73"/>
                <a:gd name="T5" fmla="*/ 56 h 83"/>
                <a:gd name="T6" fmla="*/ 73 w 73"/>
                <a:gd name="T7" fmla="*/ 83 h 83"/>
                <a:gd name="T8" fmla="*/ 10 w 73"/>
                <a:gd name="T9" fmla="*/ 11 h 83"/>
                <a:gd name="T10" fmla="*/ 0 w 73"/>
                <a:gd name="T11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3">
                  <a:moveTo>
                    <a:pt x="0" y="0"/>
                  </a:moveTo>
                  <a:lnTo>
                    <a:pt x="0" y="52"/>
                  </a:lnTo>
                  <a:lnTo>
                    <a:pt x="10" y="56"/>
                  </a:lnTo>
                  <a:lnTo>
                    <a:pt x="73" y="83"/>
                  </a:lnTo>
                  <a:lnTo>
                    <a:pt x="1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9" name="Freeform 146"/>
            <p:cNvSpPr>
              <a:spLocks/>
            </p:cNvSpPr>
            <p:nvPr userDrawn="1"/>
          </p:nvSpPr>
          <p:spPr bwMode="auto">
            <a:xfrm>
              <a:off x="15228888" y="2792413"/>
              <a:ext cx="642938" cy="136525"/>
            </a:xfrm>
            <a:custGeom>
              <a:avLst/>
              <a:gdLst>
                <a:gd name="T0" fmla="*/ 404 w 405"/>
                <a:gd name="T1" fmla="*/ 0 h 86"/>
                <a:gd name="T2" fmla="*/ 40 w 405"/>
                <a:gd name="T3" fmla="*/ 0 h 86"/>
                <a:gd name="T4" fmla="*/ 0 w 405"/>
                <a:gd name="T5" fmla="*/ 0 h 86"/>
                <a:gd name="T6" fmla="*/ 14 w 405"/>
                <a:gd name="T7" fmla="*/ 4 h 86"/>
                <a:gd name="T8" fmla="*/ 30 w 405"/>
                <a:gd name="T9" fmla="*/ 9 h 86"/>
                <a:gd name="T10" fmla="*/ 290 w 405"/>
                <a:gd name="T11" fmla="*/ 86 h 86"/>
                <a:gd name="T12" fmla="*/ 404 w 405"/>
                <a:gd name="T13" fmla="*/ 44 h 86"/>
                <a:gd name="T14" fmla="*/ 405 w 405"/>
                <a:gd name="T15" fmla="*/ 43 h 86"/>
                <a:gd name="T16" fmla="*/ 405 w 405"/>
                <a:gd name="T17" fmla="*/ 9 h 86"/>
                <a:gd name="T18" fmla="*/ 405 w 405"/>
                <a:gd name="T19" fmla="*/ 0 h 86"/>
                <a:gd name="T20" fmla="*/ 404 w 405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5" h="86">
                  <a:moveTo>
                    <a:pt x="404" y="0"/>
                  </a:moveTo>
                  <a:lnTo>
                    <a:pt x="40" y="0"/>
                  </a:lnTo>
                  <a:lnTo>
                    <a:pt x="0" y="0"/>
                  </a:lnTo>
                  <a:lnTo>
                    <a:pt x="14" y="4"/>
                  </a:lnTo>
                  <a:lnTo>
                    <a:pt x="30" y="9"/>
                  </a:lnTo>
                  <a:lnTo>
                    <a:pt x="290" y="86"/>
                  </a:lnTo>
                  <a:lnTo>
                    <a:pt x="404" y="44"/>
                  </a:lnTo>
                  <a:lnTo>
                    <a:pt x="405" y="43"/>
                  </a:lnTo>
                  <a:lnTo>
                    <a:pt x="405" y="9"/>
                  </a:lnTo>
                  <a:lnTo>
                    <a:pt x="405" y="0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0" name="Freeform 147"/>
            <p:cNvSpPr>
              <a:spLocks/>
            </p:cNvSpPr>
            <p:nvPr userDrawn="1"/>
          </p:nvSpPr>
          <p:spPr bwMode="auto">
            <a:xfrm>
              <a:off x="12917488" y="3260725"/>
              <a:ext cx="1433513" cy="444500"/>
            </a:xfrm>
            <a:custGeom>
              <a:avLst/>
              <a:gdLst>
                <a:gd name="T0" fmla="*/ 0 w 903"/>
                <a:gd name="T1" fmla="*/ 9 h 280"/>
                <a:gd name="T2" fmla="*/ 903 w 903"/>
                <a:gd name="T3" fmla="*/ 280 h 280"/>
                <a:gd name="T4" fmla="*/ 655 w 903"/>
                <a:gd name="T5" fmla="*/ 0 h 280"/>
                <a:gd name="T6" fmla="*/ 0 w 903"/>
                <a:gd name="T7" fmla="*/ 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3" h="280">
                  <a:moveTo>
                    <a:pt x="0" y="9"/>
                  </a:moveTo>
                  <a:lnTo>
                    <a:pt x="903" y="280"/>
                  </a:lnTo>
                  <a:lnTo>
                    <a:pt x="655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1" name="Freeform 148"/>
            <p:cNvSpPr>
              <a:spLocks/>
            </p:cNvSpPr>
            <p:nvPr userDrawn="1"/>
          </p:nvSpPr>
          <p:spPr bwMode="auto">
            <a:xfrm>
              <a:off x="14303375" y="2792413"/>
              <a:ext cx="173038" cy="171450"/>
            </a:xfrm>
            <a:custGeom>
              <a:avLst/>
              <a:gdLst>
                <a:gd name="T0" fmla="*/ 109 w 109"/>
                <a:gd name="T1" fmla="*/ 0 h 108"/>
                <a:gd name="T2" fmla="*/ 26 w 109"/>
                <a:gd name="T3" fmla="*/ 0 h 108"/>
                <a:gd name="T4" fmla="*/ 24 w 109"/>
                <a:gd name="T5" fmla="*/ 9 h 108"/>
                <a:gd name="T6" fmla="*/ 0 w 109"/>
                <a:gd name="T7" fmla="*/ 108 h 108"/>
                <a:gd name="T8" fmla="*/ 100 w 109"/>
                <a:gd name="T9" fmla="*/ 9 h 108"/>
                <a:gd name="T10" fmla="*/ 109 w 109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" h="108">
                  <a:moveTo>
                    <a:pt x="109" y="0"/>
                  </a:moveTo>
                  <a:lnTo>
                    <a:pt x="26" y="0"/>
                  </a:lnTo>
                  <a:lnTo>
                    <a:pt x="24" y="9"/>
                  </a:lnTo>
                  <a:lnTo>
                    <a:pt x="0" y="108"/>
                  </a:lnTo>
                  <a:lnTo>
                    <a:pt x="100" y="9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2" name="Freeform 149"/>
            <p:cNvSpPr>
              <a:spLocks/>
            </p:cNvSpPr>
            <p:nvPr userDrawn="1"/>
          </p:nvSpPr>
          <p:spPr bwMode="auto">
            <a:xfrm>
              <a:off x="14351000" y="3487738"/>
              <a:ext cx="1050925" cy="271462"/>
            </a:xfrm>
            <a:custGeom>
              <a:avLst/>
              <a:gdLst>
                <a:gd name="T0" fmla="*/ 561 w 662"/>
                <a:gd name="T1" fmla="*/ 171 h 171"/>
                <a:gd name="T2" fmla="*/ 662 w 662"/>
                <a:gd name="T3" fmla="*/ 0 h 171"/>
                <a:gd name="T4" fmla="*/ 0 w 662"/>
                <a:gd name="T5" fmla="*/ 137 h 171"/>
                <a:gd name="T6" fmla="*/ 561 w 662"/>
                <a:gd name="T7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171">
                  <a:moveTo>
                    <a:pt x="561" y="171"/>
                  </a:moveTo>
                  <a:lnTo>
                    <a:pt x="662" y="0"/>
                  </a:lnTo>
                  <a:lnTo>
                    <a:pt x="0" y="137"/>
                  </a:lnTo>
                  <a:lnTo>
                    <a:pt x="561" y="171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3" name="Freeform 150"/>
            <p:cNvSpPr>
              <a:spLocks/>
            </p:cNvSpPr>
            <p:nvPr userDrawn="1"/>
          </p:nvSpPr>
          <p:spPr bwMode="auto">
            <a:xfrm>
              <a:off x="12801600" y="3275013"/>
              <a:ext cx="115888" cy="130175"/>
            </a:xfrm>
            <a:custGeom>
              <a:avLst/>
              <a:gdLst>
                <a:gd name="T0" fmla="*/ 0 w 73"/>
                <a:gd name="T1" fmla="*/ 29 h 82"/>
                <a:gd name="T2" fmla="*/ 0 w 73"/>
                <a:gd name="T3" fmla="*/ 82 h 82"/>
                <a:gd name="T4" fmla="*/ 10 w 73"/>
                <a:gd name="T5" fmla="*/ 71 h 82"/>
                <a:gd name="T6" fmla="*/ 73 w 73"/>
                <a:gd name="T7" fmla="*/ 0 h 82"/>
                <a:gd name="T8" fmla="*/ 10 w 73"/>
                <a:gd name="T9" fmla="*/ 25 h 82"/>
                <a:gd name="T10" fmla="*/ 0 w 73"/>
                <a:gd name="T11" fmla="*/ 29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2">
                  <a:moveTo>
                    <a:pt x="0" y="29"/>
                  </a:moveTo>
                  <a:lnTo>
                    <a:pt x="0" y="82"/>
                  </a:lnTo>
                  <a:lnTo>
                    <a:pt x="10" y="71"/>
                  </a:lnTo>
                  <a:lnTo>
                    <a:pt x="73" y="0"/>
                  </a:lnTo>
                  <a:lnTo>
                    <a:pt x="10" y="25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4" name="Freeform 151"/>
            <p:cNvSpPr>
              <a:spLocks/>
            </p:cNvSpPr>
            <p:nvPr userDrawn="1"/>
          </p:nvSpPr>
          <p:spPr bwMode="auto">
            <a:xfrm>
              <a:off x="12801600" y="2792413"/>
              <a:ext cx="322263" cy="482600"/>
            </a:xfrm>
            <a:custGeom>
              <a:avLst/>
              <a:gdLst>
                <a:gd name="T0" fmla="*/ 203 w 203"/>
                <a:gd name="T1" fmla="*/ 0 h 304"/>
                <a:gd name="T2" fmla="*/ 0 w 203"/>
                <a:gd name="T3" fmla="*/ 0 h 304"/>
                <a:gd name="T4" fmla="*/ 0 w 203"/>
                <a:gd name="T5" fmla="*/ 98 h 304"/>
                <a:gd name="T6" fmla="*/ 10 w 203"/>
                <a:gd name="T7" fmla="*/ 126 h 304"/>
                <a:gd name="T8" fmla="*/ 73 w 203"/>
                <a:gd name="T9" fmla="*/ 304 h 304"/>
                <a:gd name="T10" fmla="*/ 199 w 203"/>
                <a:gd name="T11" fmla="*/ 9 h 304"/>
                <a:gd name="T12" fmla="*/ 203 w 203"/>
                <a:gd name="T1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304">
                  <a:moveTo>
                    <a:pt x="203" y="0"/>
                  </a:moveTo>
                  <a:lnTo>
                    <a:pt x="0" y="0"/>
                  </a:lnTo>
                  <a:lnTo>
                    <a:pt x="0" y="98"/>
                  </a:lnTo>
                  <a:lnTo>
                    <a:pt x="10" y="126"/>
                  </a:lnTo>
                  <a:lnTo>
                    <a:pt x="73" y="304"/>
                  </a:lnTo>
                  <a:lnTo>
                    <a:pt x="199" y="9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5" name="Freeform 152"/>
            <p:cNvSpPr>
              <a:spLocks/>
            </p:cNvSpPr>
            <p:nvPr userDrawn="1"/>
          </p:nvSpPr>
          <p:spPr bwMode="auto">
            <a:xfrm>
              <a:off x="14351000" y="2792413"/>
              <a:ext cx="814388" cy="912812"/>
            </a:xfrm>
            <a:custGeom>
              <a:avLst/>
              <a:gdLst>
                <a:gd name="T0" fmla="*/ 490 w 513"/>
                <a:gd name="T1" fmla="*/ 9 h 575"/>
                <a:gd name="T2" fmla="*/ 468 w 513"/>
                <a:gd name="T3" fmla="*/ 22 h 575"/>
                <a:gd name="T4" fmla="*/ 139 w 513"/>
                <a:gd name="T5" fmla="*/ 211 h 575"/>
                <a:gd name="T6" fmla="*/ 0 w 513"/>
                <a:gd name="T7" fmla="*/ 575 h 575"/>
                <a:gd name="T8" fmla="*/ 499 w 513"/>
                <a:gd name="T9" fmla="*/ 16 h 575"/>
                <a:gd name="T10" fmla="*/ 505 w 513"/>
                <a:gd name="T11" fmla="*/ 9 h 575"/>
                <a:gd name="T12" fmla="*/ 513 w 513"/>
                <a:gd name="T13" fmla="*/ 0 h 575"/>
                <a:gd name="T14" fmla="*/ 505 w 513"/>
                <a:gd name="T15" fmla="*/ 0 h 575"/>
                <a:gd name="T16" fmla="*/ 490 w 513"/>
                <a:gd name="T17" fmla="*/ 9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3" h="575">
                  <a:moveTo>
                    <a:pt x="490" y="9"/>
                  </a:moveTo>
                  <a:lnTo>
                    <a:pt x="468" y="22"/>
                  </a:lnTo>
                  <a:lnTo>
                    <a:pt x="139" y="211"/>
                  </a:lnTo>
                  <a:lnTo>
                    <a:pt x="0" y="575"/>
                  </a:lnTo>
                  <a:lnTo>
                    <a:pt x="499" y="16"/>
                  </a:lnTo>
                  <a:lnTo>
                    <a:pt x="505" y="9"/>
                  </a:lnTo>
                  <a:lnTo>
                    <a:pt x="513" y="0"/>
                  </a:lnTo>
                  <a:lnTo>
                    <a:pt x="505" y="0"/>
                  </a:lnTo>
                  <a:lnTo>
                    <a:pt x="490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7" name="Freeform 153"/>
            <p:cNvSpPr>
              <a:spLocks/>
            </p:cNvSpPr>
            <p:nvPr userDrawn="1"/>
          </p:nvSpPr>
          <p:spPr bwMode="auto">
            <a:xfrm>
              <a:off x="15184438" y="2792413"/>
              <a:ext cx="504825" cy="695325"/>
            </a:xfrm>
            <a:custGeom>
              <a:avLst/>
              <a:gdLst>
                <a:gd name="T0" fmla="*/ 58 w 318"/>
                <a:gd name="T1" fmla="*/ 9 h 438"/>
                <a:gd name="T2" fmla="*/ 42 w 318"/>
                <a:gd name="T3" fmla="*/ 4 h 438"/>
                <a:gd name="T4" fmla="*/ 28 w 318"/>
                <a:gd name="T5" fmla="*/ 0 h 438"/>
                <a:gd name="T6" fmla="*/ 0 w 318"/>
                <a:gd name="T7" fmla="*/ 0 h 438"/>
                <a:gd name="T8" fmla="*/ 3 w 318"/>
                <a:gd name="T9" fmla="*/ 9 h 438"/>
                <a:gd name="T10" fmla="*/ 3 w 318"/>
                <a:gd name="T11" fmla="*/ 11 h 438"/>
                <a:gd name="T12" fmla="*/ 137 w 318"/>
                <a:gd name="T13" fmla="*/ 438 h 438"/>
                <a:gd name="T14" fmla="*/ 318 w 318"/>
                <a:gd name="T15" fmla="*/ 86 h 438"/>
                <a:gd name="T16" fmla="*/ 58 w 318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8" h="438">
                  <a:moveTo>
                    <a:pt x="58" y="9"/>
                  </a:moveTo>
                  <a:lnTo>
                    <a:pt x="42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3" y="9"/>
                  </a:lnTo>
                  <a:lnTo>
                    <a:pt x="3" y="11"/>
                  </a:lnTo>
                  <a:lnTo>
                    <a:pt x="137" y="438"/>
                  </a:lnTo>
                  <a:lnTo>
                    <a:pt x="318" y="86"/>
                  </a:lnTo>
                  <a:lnTo>
                    <a:pt x="58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8" name="Freeform 154"/>
            <p:cNvSpPr>
              <a:spLocks/>
            </p:cNvSpPr>
            <p:nvPr userDrawn="1"/>
          </p:nvSpPr>
          <p:spPr bwMode="auto">
            <a:xfrm>
              <a:off x="13995400" y="3705225"/>
              <a:ext cx="639763" cy="111125"/>
            </a:xfrm>
            <a:custGeom>
              <a:avLst/>
              <a:gdLst>
                <a:gd name="T0" fmla="*/ 403 w 403"/>
                <a:gd name="T1" fmla="*/ 70 h 70"/>
                <a:gd name="T2" fmla="*/ 224 w 403"/>
                <a:gd name="T3" fmla="*/ 0 h 70"/>
                <a:gd name="T4" fmla="*/ 0 w 403"/>
                <a:gd name="T5" fmla="*/ 70 h 70"/>
                <a:gd name="T6" fmla="*/ 403 w 403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3" h="70">
                  <a:moveTo>
                    <a:pt x="403" y="70"/>
                  </a:moveTo>
                  <a:lnTo>
                    <a:pt x="224" y="0"/>
                  </a:lnTo>
                  <a:lnTo>
                    <a:pt x="0" y="70"/>
                  </a:lnTo>
                  <a:lnTo>
                    <a:pt x="403" y="7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9" name="Freeform 155"/>
            <p:cNvSpPr>
              <a:spLocks/>
            </p:cNvSpPr>
            <p:nvPr userDrawn="1"/>
          </p:nvSpPr>
          <p:spPr bwMode="auto">
            <a:xfrm>
              <a:off x="12801600" y="2949575"/>
              <a:ext cx="115888" cy="325437"/>
            </a:xfrm>
            <a:custGeom>
              <a:avLst/>
              <a:gdLst>
                <a:gd name="T0" fmla="*/ 0 w 73"/>
                <a:gd name="T1" fmla="*/ 0 h 205"/>
                <a:gd name="T2" fmla="*/ 0 w 73"/>
                <a:gd name="T3" fmla="*/ 122 h 205"/>
                <a:gd name="T4" fmla="*/ 10 w 73"/>
                <a:gd name="T5" fmla="*/ 133 h 205"/>
                <a:gd name="T6" fmla="*/ 73 w 73"/>
                <a:gd name="T7" fmla="*/ 205 h 205"/>
                <a:gd name="T8" fmla="*/ 10 w 73"/>
                <a:gd name="T9" fmla="*/ 28 h 205"/>
                <a:gd name="T10" fmla="*/ 0 w 73"/>
                <a:gd name="T11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205">
                  <a:moveTo>
                    <a:pt x="0" y="0"/>
                  </a:moveTo>
                  <a:lnTo>
                    <a:pt x="0" y="122"/>
                  </a:lnTo>
                  <a:lnTo>
                    <a:pt x="10" y="133"/>
                  </a:lnTo>
                  <a:lnTo>
                    <a:pt x="73" y="205"/>
                  </a:lnTo>
                  <a:lnTo>
                    <a:pt x="1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0" name="Freeform 156"/>
            <p:cNvSpPr>
              <a:spLocks/>
            </p:cNvSpPr>
            <p:nvPr userDrawn="1"/>
          </p:nvSpPr>
          <p:spPr bwMode="auto">
            <a:xfrm>
              <a:off x="13708063" y="2792413"/>
              <a:ext cx="595313" cy="171450"/>
            </a:xfrm>
            <a:custGeom>
              <a:avLst/>
              <a:gdLst>
                <a:gd name="T0" fmla="*/ 236 w 375"/>
                <a:gd name="T1" fmla="*/ 9 h 108"/>
                <a:gd name="T2" fmla="*/ 223 w 375"/>
                <a:gd name="T3" fmla="*/ 0 h 108"/>
                <a:gd name="T4" fmla="*/ 0 w 375"/>
                <a:gd name="T5" fmla="*/ 0 h 108"/>
                <a:gd name="T6" fmla="*/ 31 w 375"/>
                <a:gd name="T7" fmla="*/ 9 h 108"/>
                <a:gd name="T8" fmla="*/ 375 w 375"/>
                <a:gd name="T9" fmla="*/ 108 h 108"/>
                <a:gd name="T10" fmla="*/ 236 w 375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5" h="108">
                  <a:moveTo>
                    <a:pt x="236" y="9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31" y="9"/>
                  </a:lnTo>
                  <a:lnTo>
                    <a:pt x="375" y="108"/>
                  </a:lnTo>
                  <a:lnTo>
                    <a:pt x="236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2" name="Freeform 157"/>
            <p:cNvSpPr>
              <a:spLocks/>
            </p:cNvSpPr>
            <p:nvPr userDrawn="1"/>
          </p:nvSpPr>
          <p:spPr bwMode="auto">
            <a:xfrm>
              <a:off x="15401925" y="2860675"/>
              <a:ext cx="469900" cy="627062"/>
            </a:xfrm>
            <a:custGeom>
              <a:avLst/>
              <a:gdLst>
                <a:gd name="T0" fmla="*/ 295 w 296"/>
                <a:gd name="T1" fmla="*/ 1 h 395"/>
                <a:gd name="T2" fmla="*/ 181 w 296"/>
                <a:gd name="T3" fmla="*/ 43 h 395"/>
                <a:gd name="T4" fmla="*/ 0 w 296"/>
                <a:gd name="T5" fmla="*/ 395 h 395"/>
                <a:gd name="T6" fmla="*/ 295 w 296"/>
                <a:gd name="T7" fmla="*/ 120 h 395"/>
                <a:gd name="T8" fmla="*/ 296 w 296"/>
                <a:gd name="T9" fmla="*/ 119 h 395"/>
                <a:gd name="T10" fmla="*/ 296 w 296"/>
                <a:gd name="T11" fmla="*/ 0 h 395"/>
                <a:gd name="T12" fmla="*/ 295 w 296"/>
                <a:gd name="T13" fmla="*/ 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395">
                  <a:moveTo>
                    <a:pt x="295" y="1"/>
                  </a:moveTo>
                  <a:lnTo>
                    <a:pt x="181" y="43"/>
                  </a:lnTo>
                  <a:lnTo>
                    <a:pt x="0" y="395"/>
                  </a:lnTo>
                  <a:lnTo>
                    <a:pt x="295" y="120"/>
                  </a:lnTo>
                  <a:lnTo>
                    <a:pt x="296" y="119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3" name="Freeform 158"/>
            <p:cNvSpPr>
              <a:spLocks/>
            </p:cNvSpPr>
            <p:nvPr userDrawn="1"/>
          </p:nvSpPr>
          <p:spPr bwMode="auto">
            <a:xfrm>
              <a:off x="15552738" y="3687763"/>
              <a:ext cx="319088" cy="128587"/>
            </a:xfrm>
            <a:custGeom>
              <a:avLst/>
              <a:gdLst>
                <a:gd name="T0" fmla="*/ 13 w 201"/>
                <a:gd name="T1" fmla="*/ 57 h 81"/>
                <a:gd name="T2" fmla="*/ 0 w 201"/>
                <a:gd name="T3" fmla="*/ 81 h 81"/>
                <a:gd name="T4" fmla="*/ 200 w 201"/>
                <a:gd name="T5" fmla="*/ 81 h 81"/>
                <a:gd name="T6" fmla="*/ 201 w 201"/>
                <a:gd name="T7" fmla="*/ 81 h 81"/>
                <a:gd name="T8" fmla="*/ 201 w 201"/>
                <a:gd name="T9" fmla="*/ 0 h 81"/>
                <a:gd name="T10" fmla="*/ 200 w 201"/>
                <a:gd name="T11" fmla="*/ 0 h 81"/>
                <a:gd name="T12" fmla="*/ 13 w 201"/>
                <a:gd name="T13" fmla="*/ 5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81">
                  <a:moveTo>
                    <a:pt x="13" y="57"/>
                  </a:moveTo>
                  <a:lnTo>
                    <a:pt x="0" y="81"/>
                  </a:lnTo>
                  <a:lnTo>
                    <a:pt x="200" y="81"/>
                  </a:lnTo>
                  <a:lnTo>
                    <a:pt x="201" y="81"/>
                  </a:lnTo>
                  <a:lnTo>
                    <a:pt x="201" y="0"/>
                  </a:lnTo>
                  <a:lnTo>
                    <a:pt x="200" y="0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4" name="Freeform 159"/>
            <p:cNvSpPr>
              <a:spLocks/>
            </p:cNvSpPr>
            <p:nvPr userDrawn="1"/>
          </p:nvSpPr>
          <p:spPr bwMode="auto">
            <a:xfrm>
              <a:off x="13303250" y="3705225"/>
              <a:ext cx="1047750" cy="111125"/>
            </a:xfrm>
            <a:custGeom>
              <a:avLst/>
              <a:gdLst>
                <a:gd name="T0" fmla="*/ 436 w 660"/>
                <a:gd name="T1" fmla="*/ 70 h 70"/>
                <a:gd name="T2" fmla="*/ 660 w 660"/>
                <a:gd name="T3" fmla="*/ 0 h 70"/>
                <a:gd name="T4" fmla="*/ 0 w 660"/>
                <a:gd name="T5" fmla="*/ 70 h 70"/>
                <a:gd name="T6" fmla="*/ 436 w 660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0" h="70">
                  <a:moveTo>
                    <a:pt x="436" y="70"/>
                  </a:moveTo>
                  <a:lnTo>
                    <a:pt x="660" y="0"/>
                  </a:lnTo>
                  <a:lnTo>
                    <a:pt x="0" y="70"/>
                  </a:lnTo>
                  <a:lnTo>
                    <a:pt x="436" y="7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160"/>
            <p:cNvSpPr>
              <a:spLocks/>
            </p:cNvSpPr>
            <p:nvPr userDrawn="1"/>
          </p:nvSpPr>
          <p:spPr bwMode="auto">
            <a:xfrm>
              <a:off x="12917488" y="2792413"/>
              <a:ext cx="555625" cy="482600"/>
            </a:xfrm>
            <a:custGeom>
              <a:avLst/>
              <a:gdLst>
                <a:gd name="T0" fmla="*/ 350 w 350"/>
                <a:gd name="T1" fmla="*/ 0 h 304"/>
                <a:gd name="T2" fmla="*/ 130 w 350"/>
                <a:gd name="T3" fmla="*/ 0 h 304"/>
                <a:gd name="T4" fmla="*/ 126 w 350"/>
                <a:gd name="T5" fmla="*/ 9 h 304"/>
                <a:gd name="T6" fmla="*/ 0 w 350"/>
                <a:gd name="T7" fmla="*/ 304 h 304"/>
                <a:gd name="T8" fmla="*/ 339 w 350"/>
                <a:gd name="T9" fmla="*/ 9 h 304"/>
                <a:gd name="T10" fmla="*/ 350 w 350"/>
                <a:gd name="T11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" h="304">
                  <a:moveTo>
                    <a:pt x="350" y="0"/>
                  </a:moveTo>
                  <a:lnTo>
                    <a:pt x="130" y="0"/>
                  </a:lnTo>
                  <a:lnTo>
                    <a:pt x="126" y="9"/>
                  </a:lnTo>
                  <a:lnTo>
                    <a:pt x="0" y="304"/>
                  </a:lnTo>
                  <a:lnTo>
                    <a:pt x="339" y="9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Freeform 161"/>
            <p:cNvSpPr>
              <a:spLocks/>
            </p:cNvSpPr>
            <p:nvPr userDrawn="1"/>
          </p:nvSpPr>
          <p:spPr bwMode="auto">
            <a:xfrm>
              <a:off x="15401925" y="3276600"/>
              <a:ext cx="469900" cy="211137"/>
            </a:xfrm>
            <a:custGeom>
              <a:avLst/>
              <a:gdLst>
                <a:gd name="T0" fmla="*/ 295 w 296"/>
                <a:gd name="T1" fmla="*/ 0 h 133"/>
                <a:gd name="T2" fmla="*/ 0 w 296"/>
                <a:gd name="T3" fmla="*/ 133 h 133"/>
                <a:gd name="T4" fmla="*/ 295 w 296"/>
                <a:gd name="T5" fmla="*/ 131 h 133"/>
                <a:gd name="T6" fmla="*/ 296 w 296"/>
                <a:gd name="T7" fmla="*/ 131 h 133"/>
                <a:gd name="T8" fmla="*/ 296 w 296"/>
                <a:gd name="T9" fmla="*/ 0 h 133"/>
                <a:gd name="T10" fmla="*/ 295 w 296"/>
                <a:gd name="T1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133">
                  <a:moveTo>
                    <a:pt x="295" y="0"/>
                  </a:moveTo>
                  <a:lnTo>
                    <a:pt x="0" y="133"/>
                  </a:lnTo>
                  <a:lnTo>
                    <a:pt x="295" y="131"/>
                  </a:lnTo>
                  <a:lnTo>
                    <a:pt x="296" y="131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7" name="Freeform 162"/>
            <p:cNvSpPr>
              <a:spLocks/>
            </p:cNvSpPr>
            <p:nvPr userDrawn="1"/>
          </p:nvSpPr>
          <p:spPr bwMode="auto">
            <a:xfrm>
              <a:off x="14303375" y="2792413"/>
              <a:ext cx="849313" cy="334962"/>
            </a:xfrm>
            <a:custGeom>
              <a:avLst/>
              <a:gdLst>
                <a:gd name="T0" fmla="*/ 498 w 535"/>
                <a:gd name="T1" fmla="*/ 22 h 211"/>
                <a:gd name="T2" fmla="*/ 520 w 535"/>
                <a:gd name="T3" fmla="*/ 9 h 211"/>
                <a:gd name="T4" fmla="*/ 535 w 535"/>
                <a:gd name="T5" fmla="*/ 0 h 211"/>
                <a:gd name="T6" fmla="*/ 508 w 535"/>
                <a:gd name="T7" fmla="*/ 0 h 211"/>
                <a:gd name="T8" fmla="*/ 465 w 535"/>
                <a:gd name="T9" fmla="*/ 9 h 211"/>
                <a:gd name="T10" fmla="*/ 0 w 535"/>
                <a:gd name="T11" fmla="*/ 108 h 211"/>
                <a:gd name="T12" fmla="*/ 169 w 535"/>
                <a:gd name="T13" fmla="*/ 211 h 211"/>
                <a:gd name="T14" fmla="*/ 498 w 535"/>
                <a:gd name="T15" fmla="*/ 22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5" h="211">
                  <a:moveTo>
                    <a:pt x="498" y="22"/>
                  </a:moveTo>
                  <a:lnTo>
                    <a:pt x="520" y="9"/>
                  </a:lnTo>
                  <a:lnTo>
                    <a:pt x="535" y="0"/>
                  </a:lnTo>
                  <a:lnTo>
                    <a:pt x="508" y="0"/>
                  </a:lnTo>
                  <a:lnTo>
                    <a:pt x="465" y="9"/>
                  </a:lnTo>
                  <a:lnTo>
                    <a:pt x="0" y="108"/>
                  </a:lnTo>
                  <a:lnTo>
                    <a:pt x="169" y="211"/>
                  </a:lnTo>
                  <a:lnTo>
                    <a:pt x="498" y="22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8" name="Freeform 163"/>
            <p:cNvSpPr>
              <a:spLocks/>
            </p:cNvSpPr>
            <p:nvPr userDrawn="1"/>
          </p:nvSpPr>
          <p:spPr bwMode="auto">
            <a:xfrm>
              <a:off x="14270038" y="2792413"/>
              <a:ext cx="74613" cy="171450"/>
            </a:xfrm>
            <a:custGeom>
              <a:avLst/>
              <a:gdLst>
                <a:gd name="T0" fmla="*/ 47 w 47"/>
                <a:gd name="T1" fmla="*/ 0 h 108"/>
                <a:gd name="T2" fmla="*/ 0 w 47"/>
                <a:gd name="T3" fmla="*/ 0 h 108"/>
                <a:gd name="T4" fmla="*/ 2 w 47"/>
                <a:gd name="T5" fmla="*/ 9 h 108"/>
                <a:gd name="T6" fmla="*/ 21 w 47"/>
                <a:gd name="T7" fmla="*/ 108 h 108"/>
                <a:gd name="T8" fmla="*/ 45 w 47"/>
                <a:gd name="T9" fmla="*/ 9 h 108"/>
                <a:gd name="T10" fmla="*/ 47 w 47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08">
                  <a:moveTo>
                    <a:pt x="47" y="0"/>
                  </a:moveTo>
                  <a:lnTo>
                    <a:pt x="0" y="0"/>
                  </a:lnTo>
                  <a:lnTo>
                    <a:pt x="2" y="9"/>
                  </a:lnTo>
                  <a:lnTo>
                    <a:pt x="21" y="108"/>
                  </a:lnTo>
                  <a:lnTo>
                    <a:pt x="45" y="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9" name="Freeform 164"/>
            <p:cNvSpPr>
              <a:spLocks/>
            </p:cNvSpPr>
            <p:nvPr userDrawn="1"/>
          </p:nvSpPr>
          <p:spPr bwMode="auto">
            <a:xfrm>
              <a:off x="14351000" y="3182938"/>
              <a:ext cx="1050925" cy="522287"/>
            </a:xfrm>
            <a:custGeom>
              <a:avLst/>
              <a:gdLst>
                <a:gd name="T0" fmla="*/ 0 w 662"/>
                <a:gd name="T1" fmla="*/ 329 h 329"/>
                <a:gd name="T2" fmla="*/ 662 w 662"/>
                <a:gd name="T3" fmla="*/ 192 h 329"/>
                <a:gd name="T4" fmla="*/ 410 w 662"/>
                <a:gd name="T5" fmla="*/ 0 h 329"/>
                <a:gd name="T6" fmla="*/ 0 w 662"/>
                <a:gd name="T7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329">
                  <a:moveTo>
                    <a:pt x="0" y="329"/>
                  </a:moveTo>
                  <a:lnTo>
                    <a:pt x="662" y="192"/>
                  </a:lnTo>
                  <a:lnTo>
                    <a:pt x="410" y="0"/>
                  </a:lnTo>
                  <a:lnTo>
                    <a:pt x="0" y="329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0" name="Freeform 165"/>
            <p:cNvSpPr>
              <a:spLocks/>
            </p:cNvSpPr>
            <p:nvPr userDrawn="1"/>
          </p:nvSpPr>
          <p:spPr bwMode="auto">
            <a:xfrm>
              <a:off x="15401925" y="3487738"/>
              <a:ext cx="171450" cy="328612"/>
            </a:xfrm>
            <a:custGeom>
              <a:avLst/>
              <a:gdLst>
                <a:gd name="T0" fmla="*/ 95 w 108"/>
                <a:gd name="T1" fmla="*/ 207 h 207"/>
                <a:gd name="T2" fmla="*/ 108 w 108"/>
                <a:gd name="T3" fmla="*/ 183 h 207"/>
                <a:gd name="T4" fmla="*/ 0 w 108"/>
                <a:gd name="T5" fmla="*/ 0 h 207"/>
                <a:gd name="T6" fmla="*/ 5 w 108"/>
                <a:gd name="T7" fmla="*/ 207 h 207"/>
                <a:gd name="T8" fmla="*/ 95 w 108"/>
                <a:gd name="T9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207">
                  <a:moveTo>
                    <a:pt x="95" y="207"/>
                  </a:moveTo>
                  <a:lnTo>
                    <a:pt x="108" y="183"/>
                  </a:lnTo>
                  <a:lnTo>
                    <a:pt x="0" y="0"/>
                  </a:lnTo>
                  <a:lnTo>
                    <a:pt x="5" y="207"/>
                  </a:lnTo>
                  <a:lnTo>
                    <a:pt x="95" y="20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1" name="Freeform 166"/>
            <p:cNvSpPr>
              <a:spLocks/>
            </p:cNvSpPr>
            <p:nvPr userDrawn="1"/>
          </p:nvSpPr>
          <p:spPr bwMode="auto">
            <a:xfrm>
              <a:off x="13957300" y="2963863"/>
              <a:ext cx="393700" cy="741362"/>
            </a:xfrm>
            <a:custGeom>
              <a:avLst/>
              <a:gdLst>
                <a:gd name="T0" fmla="*/ 0 w 248"/>
                <a:gd name="T1" fmla="*/ 187 h 467"/>
                <a:gd name="T2" fmla="*/ 248 w 248"/>
                <a:gd name="T3" fmla="*/ 467 h 467"/>
                <a:gd name="T4" fmla="*/ 218 w 248"/>
                <a:gd name="T5" fmla="*/ 0 h 467"/>
                <a:gd name="T6" fmla="*/ 0 w 248"/>
                <a:gd name="T7" fmla="*/ 18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8" h="467">
                  <a:moveTo>
                    <a:pt x="0" y="187"/>
                  </a:moveTo>
                  <a:lnTo>
                    <a:pt x="248" y="467"/>
                  </a:lnTo>
                  <a:lnTo>
                    <a:pt x="218" y="0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2" name="Freeform 167"/>
            <p:cNvSpPr>
              <a:spLocks/>
            </p:cNvSpPr>
            <p:nvPr userDrawn="1"/>
          </p:nvSpPr>
          <p:spPr bwMode="auto">
            <a:xfrm>
              <a:off x="12801600" y="3225800"/>
              <a:ext cx="115888" cy="95250"/>
            </a:xfrm>
            <a:custGeom>
              <a:avLst/>
              <a:gdLst>
                <a:gd name="T0" fmla="*/ 0 w 73"/>
                <a:gd name="T1" fmla="*/ 0 h 60"/>
                <a:gd name="T2" fmla="*/ 0 w 73"/>
                <a:gd name="T3" fmla="*/ 60 h 60"/>
                <a:gd name="T4" fmla="*/ 10 w 73"/>
                <a:gd name="T5" fmla="*/ 56 h 60"/>
                <a:gd name="T6" fmla="*/ 73 w 73"/>
                <a:gd name="T7" fmla="*/ 31 h 60"/>
                <a:gd name="T8" fmla="*/ 10 w 73"/>
                <a:gd name="T9" fmla="*/ 4 h 60"/>
                <a:gd name="T10" fmla="*/ 0 w 73"/>
                <a:gd name="T11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60">
                  <a:moveTo>
                    <a:pt x="0" y="0"/>
                  </a:moveTo>
                  <a:lnTo>
                    <a:pt x="0" y="60"/>
                  </a:lnTo>
                  <a:lnTo>
                    <a:pt x="10" y="56"/>
                  </a:lnTo>
                  <a:lnTo>
                    <a:pt x="73" y="31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3" name="Freeform 168"/>
            <p:cNvSpPr>
              <a:spLocks/>
            </p:cNvSpPr>
            <p:nvPr userDrawn="1"/>
          </p:nvSpPr>
          <p:spPr bwMode="auto">
            <a:xfrm>
              <a:off x="12917488" y="2792413"/>
              <a:ext cx="1385888" cy="482600"/>
            </a:xfrm>
            <a:custGeom>
              <a:avLst/>
              <a:gdLst>
                <a:gd name="T0" fmla="*/ 498 w 873"/>
                <a:gd name="T1" fmla="*/ 0 h 304"/>
                <a:gd name="T2" fmla="*/ 351 w 873"/>
                <a:gd name="T3" fmla="*/ 0 h 304"/>
                <a:gd name="T4" fmla="*/ 350 w 873"/>
                <a:gd name="T5" fmla="*/ 0 h 304"/>
                <a:gd name="T6" fmla="*/ 339 w 873"/>
                <a:gd name="T7" fmla="*/ 9 h 304"/>
                <a:gd name="T8" fmla="*/ 0 w 873"/>
                <a:gd name="T9" fmla="*/ 304 h 304"/>
                <a:gd name="T10" fmla="*/ 873 w 873"/>
                <a:gd name="T11" fmla="*/ 108 h 304"/>
                <a:gd name="T12" fmla="*/ 529 w 873"/>
                <a:gd name="T13" fmla="*/ 9 h 304"/>
                <a:gd name="T14" fmla="*/ 498 w 873"/>
                <a:gd name="T1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3" h="304">
                  <a:moveTo>
                    <a:pt x="498" y="0"/>
                  </a:moveTo>
                  <a:lnTo>
                    <a:pt x="351" y="0"/>
                  </a:lnTo>
                  <a:lnTo>
                    <a:pt x="350" y="0"/>
                  </a:lnTo>
                  <a:lnTo>
                    <a:pt x="339" y="9"/>
                  </a:lnTo>
                  <a:lnTo>
                    <a:pt x="0" y="304"/>
                  </a:lnTo>
                  <a:lnTo>
                    <a:pt x="873" y="108"/>
                  </a:lnTo>
                  <a:lnTo>
                    <a:pt x="529" y="9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4" name="Freeform 169"/>
            <p:cNvSpPr>
              <a:spLocks/>
            </p:cNvSpPr>
            <p:nvPr userDrawn="1"/>
          </p:nvSpPr>
          <p:spPr bwMode="auto">
            <a:xfrm>
              <a:off x="15401925" y="3049588"/>
              <a:ext cx="469900" cy="438150"/>
            </a:xfrm>
            <a:custGeom>
              <a:avLst/>
              <a:gdLst>
                <a:gd name="T0" fmla="*/ 295 w 296"/>
                <a:gd name="T1" fmla="*/ 1 h 276"/>
                <a:gd name="T2" fmla="*/ 0 w 296"/>
                <a:gd name="T3" fmla="*/ 276 h 276"/>
                <a:gd name="T4" fmla="*/ 295 w 296"/>
                <a:gd name="T5" fmla="*/ 143 h 276"/>
                <a:gd name="T6" fmla="*/ 296 w 296"/>
                <a:gd name="T7" fmla="*/ 143 h 276"/>
                <a:gd name="T8" fmla="*/ 296 w 296"/>
                <a:gd name="T9" fmla="*/ 0 h 276"/>
                <a:gd name="T10" fmla="*/ 295 w 296"/>
                <a:gd name="T11" fmla="*/ 1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276">
                  <a:moveTo>
                    <a:pt x="295" y="1"/>
                  </a:moveTo>
                  <a:lnTo>
                    <a:pt x="0" y="276"/>
                  </a:lnTo>
                  <a:lnTo>
                    <a:pt x="295" y="143"/>
                  </a:lnTo>
                  <a:lnTo>
                    <a:pt x="296" y="143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5" name="Freeform 170"/>
            <p:cNvSpPr>
              <a:spLocks/>
            </p:cNvSpPr>
            <p:nvPr userDrawn="1"/>
          </p:nvSpPr>
          <p:spPr bwMode="auto">
            <a:xfrm>
              <a:off x="15001875" y="2792413"/>
              <a:ext cx="400050" cy="695325"/>
            </a:xfrm>
            <a:custGeom>
              <a:avLst/>
              <a:gdLst>
                <a:gd name="T0" fmla="*/ 118 w 252"/>
                <a:gd name="T1" fmla="*/ 9 h 438"/>
                <a:gd name="T2" fmla="*/ 115 w 252"/>
                <a:gd name="T3" fmla="*/ 0 h 438"/>
                <a:gd name="T4" fmla="*/ 108 w 252"/>
                <a:gd name="T5" fmla="*/ 0 h 438"/>
                <a:gd name="T6" fmla="*/ 104 w 252"/>
                <a:gd name="T7" fmla="*/ 9 h 438"/>
                <a:gd name="T8" fmla="*/ 102 w 252"/>
                <a:gd name="T9" fmla="*/ 14 h 438"/>
                <a:gd name="T10" fmla="*/ 0 w 252"/>
                <a:gd name="T11" fmla="*/ 246 h 438"/>
                <a:gd name="T12" fmla="*/ 252 w 252"/>
                <a:gd name="T13" fmla="*/ 438 h 438"/>
                <a:gd name="T14" fmla="*/ 118 w 252"/>
                <a:gd name="T15" fmla="*/ 11 h 438"/>
                <a:gd name="T16" fmla="*/ 118 w 252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2" h="438">
                  <a:moveTo>
                    <a:pt x="118" y="9"/>
                  </a:moveTo>
                  <a:lnTo>
                    <a:pt x="115" y="0"/>
                  </a:lnTo>
                  <a:lnTo>
                    <a:pt x="108" y="0"/>
                  </a:lnTo>
                  <a:lnTo>
                    <a:pt x="104" y="9"/>
                  </a:lnTo>
                  <a:lnTo>
                    <a:pt x="102" y="14"/>
                  </a:lnTo>
                  <a:lnTo>
                    <a:pt x="0" y="246"/>
                  </a:lnTo>
                  <a:lnTo>
                    <a:pt x="252" y="438"/>
                  </a:lnTo>
                  <a:lnTo>
                    <a:pt x="118" y="11"/>
                  </a:lnTo>
                  <a:lnTo>
                    <a:pt x="118" y="9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6" name="Freeform 171"/>
            <p:cNvSpPr>
              <a:spLocks/>
            </p:cNvSpPr>
            <p:nvPr userDrawn="1"/>
          </p:nvSpPr>
          <p:spPr bwMode="auto">
            <a:xfrm>
              <a:off x="14351000" y="3705225"/>
              <a:ext cx="922338" cy="111125"/>
            </a:xfrm>
            <a:custGeom>
              <a:avLst/>
              <a:gdLst>
                <a:gd name="T0" fmla="*/ 0 w 581"/>
                <a:gd name="T1" fmla="*/ 0 h 70"/>
                <a:gd name="T2" fmla="*/ 179 w 581"/>
                <a:gd name="T3" fmla="*/ 70 h 70"/>
                <a:gd name="T4" fmla="*/ 581 w 581"/>
                <a:gd name="T5" fmla="*/ 70 h 70"/>
                <a:gd name="T6" fmla="*/ 561 w 581"/>
                <a:gd name="T7" fmla="*/ 34 h 70"/>
                <a:gd name="T8" fmla="*/ 0 w 581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1" h="70">
                  <a:moveTo>
                    <a:pt x="0" y="0"/>
                  </a:moveTo>
                  <a:lnTo>
                    <a:pt x="179" y="70"/>
                  </a:lnTo>
                  <a:lnTo>
                    <a:pt x="581" y="70"/>
                  </a:lnTo>
                  <a:lnTo>
                    <a:pt x="561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7" name="Freeform 172"/>
            <p:cNvSpPr>
              <a:spLocks/>
            </p:cNvSpPr>
            <p:nvPr userDrawn="1"/>
          </p:nvSpPr>
          <p:spPr bwMode="auto">
            <a:xfrm>
              <a:off x="12917488" y="3275013"/>
              <a:ext cx="1433513" cy="541337"/>
            </a:xfrm>
            <a:custGeom>
              <a:avLst/>
              <a:gdLst>
                <a:gd name="T0" fmla="*/ 179 w 903"/>
                <a:gd name="T1" fmla="*/ 336 h 341"/>
                <a:gd name="T2" fmla="*/ 182 w 903"/>
                <a:gd name="T3" fmla="*/ 341 h 341"/>
                <a:gd name="T4" fmla="*/ 243 w 903"/>
                <a:gd name="T5" fmla="*/ 341 h 341"/>
                <a:gd name="T6" fmla="*/ 903 w 903"/>
                <a:gd name="T7" fmla="*/ 271 h 341"/>
                <a:gd name="T8" fmla="*/ 0 w 903"/>
                <a:gd name="T9" fmla="*/ 0 h 341"/>
                <a:gd name="T10" fmla="*/ 179 w 903"/>
                <a:gd name="T11" fmla="*/ 33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3" h="341">
                  <a:moveTo>
                    <a:pt x="179" y="336"/>
                  </a:moveTo>
                  <a:lnTo>
                    <a:pt x="182" y="341"/>
                  </a:lnTo>
                  <a:lnTo>
                    <a:pt x="243" y="341"/>
                  </a:lnTo>
                  <a:lnTo>
                    <a:pt x="903" y="271"/>
                  </a:lnTo>
                  <a:lnTo>
                    <a:pt x="0" y="0"/>
                  </a:lnTo>
                  <a:lnTo>
                    <a:pt x="179" y="336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8" name="Freeform 173"/>
            <p:cNvSpPr>
              <a:spLocks/>
            </p:cNvSpPr>
            <p:nvPr userDrawn="1"/>
          </p:nvSpPr>
          <p:spPr bwMode="auto">
            <a:xfrm>
              <a:off x="14062075" y="2792413"/>
              <a:ext cx="241300" cy="171450"/>
            </a:xfrm>
            <a:custGeom>
              <a:avLst/>
              <a:gdLst>
                <a:gd name="T0" fmla="*/ 152 w 152"/>
                <a:gd name="T1" fmla="*/ 108 h 108"/>
                <a:gd name="T2" fmla="*/ 133 w 152"/>
                <a:gd name="T3" fmla="*/ 9 h 108"/>
                <a:gd name="T4" fmla="*/ 131 w 152"/>
                <a:gd name="T5" fmla="*/ 0 h 108"/>
                <a:gd name="T6" fmla="*/ 0 w 152"/>
                <a:gd name="T7" fmla="*/ 0 h 108"/>
                <a:gd name="T8" fmla="*/ 13 w 152"/>
                <a:gd name="T9" fmla="*/ 9 h 108"/>
                <a:gd name="T10" fmla="*/ 152 w 152"/>
                <a:gd name="T11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108">
                  <a:moveTo>
                    <a:pt x="152" y="108"/>
                  </a:moveTo>
                  <a:lnTo>
                    <a:pt x="133" y="9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13" y="9"/>
                  </a:lnTo>
                  <a:lnTo>
                    <a:pt x="152" y="108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9" name="Freeform 174"/>
            <p:cNvSpPr>
              <a:spLocks/>
            </p:cNvSpPr>
            <p:nvPr userDrawn="1"/>
          </p:nvSpPr>
          <p:spPr bwMode="auto">
            <a:xfrm>
              <a:off x="13903325" y="3136900"/>
              <a:ext cx="395288" cy="400050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175"/>
            <p:cNvSpPr>
              <a:spLocks/>
            </p:cNvSpPr>
            <p:nvPr userDrawn="1"/>
          </p:nvSpPr>
          <p:spPr bwMode="auto">
            <a:xfrm>
              <a:off x="14747875" y="3143250"/>
              <a:ext cx="441325" cy="393700"/>
            </a:xfrm>
            <a:custGeom>
              <a:avLst/>
              <a:gdLst>
                <a:gd name="T0" fmla="*/ 200 w 278"/>
                <a:gd name="T1" fmla="*/ 0 h 248"/>
                <a:gd name="T2" fmla="*/ 139 w 278"/>
                <a:gd name="T3" fmla="*/ 169 h 248"/>
                <a:gd name="T4" fmla="*/ 77 w 278"/>
                <a:gd name="T5" fmla="*/ 0 h 248"/>
                <a:gd name="T6" fmla="*/ 0 w 278"/>
                <a:gd name="T7" fmla="*/ 0 h 248"/>
                <a:gd name="T8" fmla="*/ 102 w 278"/>
                <a:gd name="T9" fmla="*/ 248 h 248"/>
                <a:gd name="T10" fmla="*/ 176 w 278"/>
                <a:gd name="T11" fmla="*/ 248 h 248"/>
                <a:gd name="T12" fmla="*/ 278 w 278"/>
                <a:gd name="T13" fmla="*/ 0 h 248"/>
                <a:gd name="T14" fmla="*/ 200 w 278"/>
                <a:gd name="T15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248">
                  <a:moveTo>
                    <a:pt x="200" y="0"/>
                  </a:moveTo>
                  <a:lnTo>
                    <a:pt x="139" y="169"/>
                  </a:lnTo>
                  <a:lnTo>
                    <a:pt x="77" y="0"/>
                  </a:lnTo>
                  <a:lnTo>
                    <a:pt x="0" y="0"/>
                  </a:lnTo>
                  <a:lnTo>
                    <a:pt x="102" y="248"/>
                  </a:lnTo>
                  <a:lnTo>
                    <a:pt x="176" y="248"/>
                  </a:lnTo>
                  <a:lnTo>
                    <a:pt x="278" y="0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176"/>
            <p:cNvSpPr>
              <a:spLocks noEditPoints="1"/>
            </p:cNvSpPr>
            <p:nvPr userDrawn="1"/>
          </p:nvSpPr>
          <p:spPr bwMode="auto">
            <a:xfrm>
              <a:off x="13454063" y="3136900"/>
              <a:ext cx="409575" cy="406400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177"/>
            <p:cNvSpPr>
              <a:spLocks/>
            </p:cNvSpPr>
            <p:nvPr userDrawn="1"/>
          </p:nvSpPr>
          <p:spPr bwMode="auto">
            <a:xfrm>
              <a:off x="13087350" y="3025775"/>
              <a:ext cx="355600" cy="511175"/>
            </a:xfrm>
            <a:custGeom>
              <a:avLst/>
              <a:gdLst>
                <a:gd name="T0" fmla="*/ 224 w 224"/>
                <a:gd name="T1" fmla="*/ 259 h 322"/>
                <a:gd name="T2" fmla="*/ 69 w 224"/>
                <a:gd name="T3" fmla="*/ 259 h 322"/>
                <a:gd name="T4" fmla="*/ 69 w 224"/>
                <a:gd name="T5" fmla="*/ 0 h 322"/>
                <a:gd name="T6" fmla="*/ 0 w 224"/>
                <a:gd name="T7" fmla="*/ 0 h 322"/>
                <a:gd name="T8" fmla="*/ 0 w 224"/>
                <a:gd name="T9" fmla="*/ 322 h 322"/>
                <a:gd name="T10" fmla="*/ 224 w 224"/>
                <a:gd name="T11" fmla="*/ 322 h 322"/>
                <a:gd name="T12" fmla="*/ 224 w 224"/>
                <a:gd name="T13" fmla="*/ 259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4" h="322">
                  <a:moveTo>
                    <a:pt x="224" y="259"/>
                  </a:moveTo>
                  <a:lnTo>
                    <a:pt x="69" y="259"/>
                  </a:lnTo>
                  <a:lnTo>
                    <a:pt x="69" y="0"/>
                  </a:lnTo>
                  <a:lnTo>
                    <a:pt x="0" y="0"/>
                  </a:lnTo>
                  <a:lnTo>
                    <a:pt x="0" y="322"/>
                  </a:lnTo>
                  <a:lnTo>
                    <a:pt x="224" y="322"/>
                  </a:lnTo>
                  <a:lnTo>
                    <a:pt x="224" y="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178"/>
            <p:cNvSpPr>
              <a:spLocks noEditPoints="1"/>
            </p:cNvSpPr>
            <p:nvPr userDrawn="1"/>
          </p:nvSpPr>
          <p:spPr bwMode="auto">
            <a:xfrm>
              <a:off x="15173325" y="3136900"/>
              <a:ext cx="422275" cy="406400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179"/>
            <p:cNvSpPr>
              <a:spLocks noEditPoints="1"/>
            </p:cNvSpPr>
            <p:nvPr userDrawn="1"/>
          </p:nvSpPr>
          <p:spPr bwMode="auto">
            <a:xfrm>
              <a:off x="14341475" y="3136900"/>
              <a:ext cx="422275" cy="406400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5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5" name="TextBox 74"/>
          <p:cNvSpPr txBox="1"/>
          <p:nvPr userDrawn="1"/>
        </p:nvSpPr>
        <p:spPr>
          <a:xfrm>
            <a:off x="548783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7367452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5143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2019 Lenovo Internal. All rights reserved.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554483" y="6421482"/>
            <a:ext cx="734547" cy="245008"/>
            <a:chOff x="547688" y="952500"/>
            <a:chExt cx="12190413" cy="4067175"/>
          </a:xfrm>
        </p:grpSpPr>
        <p:sp>
          <p:nvSpPr>
            <p:cNvPr id="7" name="Rectangle 6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8" name="Freeform 7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9" name="Freeform 8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1" name="Freeform 10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2" name="Freeform 11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3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4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562566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06346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2019 Lenovo Internal. All rights reserved.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554483" y="6421482"/>
            <a:ext cx="734547" cy="245008"/>
            <a:chOff x="547688" y="952500"/>
            <a:chExt cx="12190413" cy="4067175"/>
          </a:xfrm>
        </p:grpSpPr>
        <p:sp>
          <p:nvSpPr>
            <p:cNvPr id="8" name="Rectangle 7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9" name="Freeform 8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2" name="Freeform 11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5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6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09233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591056"/>
            <a:ext cx="11076268" cy="479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321001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591056"/>
            <a:ext cx="11076268" cy="479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2019 Lenovo Internal.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554483" y="6421482"/>
            <a:ext cx="734547" cy="245008"/>
            <a:chOff x="547688" y="952500"/>
            <a:chExt cx="12190413" cy="4067175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6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972542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244692" y="1188762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94358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244692" y="1188762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2019 Lenovo Internal.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554483" y="6421482"/>
            <a:ext cx="734547" cy="245008"/>
            <a:chOff x="547688" y="952500"/>
            <a:chExt cx="12190413" cy="4067175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7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8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799098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6038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6038290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37066" y="0"/>
            <a:ext cx="53549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04421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6038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6038290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37066" y="0"/>
            <a:ext cx="53549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2019 Lenovo Internal. All rights reserved.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554483" y="6421482"/>
            <a:ext cx="734547" cy="245008"/>
            <a:chOff x="547688" y="952500"/>
            <a:chExt cx="12190413" cy="4067175"/>
          </a:xfrm>
        </p:grpSpPr>
        <p:sp>
          <p:nvSpPr>
            <p:cNvPr id="21" name="Rectangle 20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2" name="Freeform 21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3" name="Freeform 2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4" name="Freeform 2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5" name="Freeform 2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6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7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013469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2849" y="0"/>
            <a:ext cx="812915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783" y="849536"/>
            <a:ext cx="3514066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784" y="2943639"/>
            <a:ext cx="3514065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8291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2849" y="0"/>
            <a:ext cx="812915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783" y="849536"/>
            <a:ext cx="3514066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784" y="2943639"/>
            <a:ext cx="3514065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2019 Lenovo Internal. All rights reserved.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554483" y="6421482"/>
            <a:ext cx="734547" cy="245008"/>
            <a:chOff x="547688" y="952500"/>
            <a:chExt cx="12190413" cy="4067175"/>
          </a:xfrm>
        </p:grpSpPr>
        <p:sp>
          <p:nvSpPr>
            <p:cNvPr id="11" name="Rectangle 10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2" name="Freeform 11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6" name="Freeform 15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7" name="Freeform 16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8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9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036811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548783" y="1276350"/>
            <a:ext cx="10167728" cy="324264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554482" y="4623890"/>
            <a:ext cx="10162029" cy="876300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400" b="1" spc="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548783" y="398464"/>
            <a:ext cx="990858" cy="735013"/>
            <a:chOff x="657226" y="398463"/>
            <a:chExt cx="990600" cy="735013"/>
          </a:xfrm>
          <a:solidFill>
            <a:schemeClr val="accent6"/>
          </a:solidFill>
        </p:grpSpPr>
        <p:sp>
          <p:nvSpPr>
            <p:cNvPr id="7" name="Freeform 5"/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919840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548783" y="1276350"/>
            <a:ext cx="10167728" cy="324264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554482" y="4623890"/>
            <a:ext cx="10162029" cy="8763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spc="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657397" y="398464"/>
            <a:ext cx="990858" cy="735013"/>
            <a:chOff x="657226" y="398463"/>
            <a:chExt cx="990600" cy="735013"/>
          </a:xfrm>
          <a:solidFill>
            <a:schemeClr val="accent6"/>
          </a:solidFill>
        </p:grpSpPr>
        <p:sp>
          <p:nvSpPr>
            <p:cNvPr id="7" name="Freeform 5"/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2019 Lenovo Internal. All rights reserved.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554483" y="6421482"/>
            <a:ext cx="734547" cy="245008"/>
            <a:chOff x="547688" y="952500"/>
            <a:chExt cx="12190413" cy="4067175"/>
          </a:xfrm>
        </p:grpSpPr>
        <p:sp>
          <p:nvSpPr>
            <p:cNvPr id="11" name="Rectangle 10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6" name="Freeform 15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8" name="Freeform 17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9" name="Freeform 18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0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1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864926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5685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37065" y="1179576"/>
            <a:ext cx="4708781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37064" y="274320"/>
            <a:ext cx="4708781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866370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5685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37065" y="1179576"/>
            <a:ext cx="4708781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37064" y="274320"/>
            <a:ext cx="4708781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2019 Lenovo Internal. All rights reserved.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554483" y="6421482"/>
            <a:ext cx="734547" cy="245008"/>
            <a:chOff x="547688" y="952500"/>
            <a:chExt cx="12190413" cy="4067175"/>
          </a:xfrm>
        </p:grpSpPr>
        <p:sp>
          <p:nvSpPr>
            <p:cNvPr id="13" name="Rectangle 12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6" name="Freeform 15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7" name="Freeform 16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8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9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5226304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3" y="1179576"/>
            <a:ext cx="11076269" cy="5212835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770955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783" y="1179576"/>
            <a:ext cx="11076269" cy="5212835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2019 Lenovo Internal. All rights reserved.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554483" y="6421482"/>
            <a:ext cx="734547" cy="245008"/>
            <a:chOff x="547688" y="952500"/>
            <a:chExt cx="12190413" cy="4067175"/>
          </a:xfrm>
        </p:grpSpPr>
        <p:sp>
          <p:nvSpPr>
            <p:cNvPr id="8" name="Rectangle 7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2" name="Freeform 11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6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683456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066290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2019 Lenovo Internal. All rights reserved.</a:t>
            </a: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54483" y="6421482"/>
            <a:ext cx="734547" cy="245008"/>
            <a:chOff x="547688" y="952500"/>
            <a:chExt cx="12190413" cy="4067175"/>
          </a:xfrm>
        </p:grpSpPr>
        <p:sp>
          <p:nvSpPr>
            <p:cNvPr id="16" name="Rectangle 15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7" name="Freeform 16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8" name="Freeform 17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19" name="Freeform 18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0" name="Freeform 19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1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  <p:sp>
          <p:nvSpPr>
            <p:cNvPr id="22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7561139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/>
          <p:cNvGrpSpPr/>
          <p:nvPr userDrawn="1"/>
        </p:nvGrpSpPr>
        <p:grpSpPr>
          <a:xfrm>
            <a:off x="541190" y="2649538"/>
            <a:ext cx="9288143" cy="2092325"/>
            <a:chOff x="541049" y="2649538"/>
            <a:chExt cx="9285724" cy="2092325"/>
          </a:xfrm>
          <a:solidFill>
            <a:schemeClr val="tx1"/>
          </a:solidFill>
        </p:grpSpPr>
        <p:sp>
          <p:nvSpPr>
            <p:cNvPr id="5" name="Freeform 5"/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9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grpSp>
        <p:nvGrpSpPr>
          <p:cNvPr id="17" name="Group 16"/>
          <p:cNvGrpSpPr/>
          <p:nvPr userDrawn="1"/>
        </p:nvGrpSpPr>
        <p:grpSpPr>
          <a:xfrm rot="16200000">
            <a:off x="10818191" y="3319794"/>
            <a:ext cx="2060313" cy="687305"/>
            <a:chOff x="12801600" y="2792413"/>
            <a:chExt cx="3070226" cy="1023937"/>
          </a:xfrm>
        </p:grpSpPr>
        <p:sp>
          <p:nvSpPr>
            <p:cNvPr id="18" name="Freeform 137"/>
            <p:cNvSpPr>
              <a:spLocks/>
            </p:cNvSpPr>
            <p:nvPr userDrawn="1"/>
          </p:nvSpPr>
          <p:spPr bwMode="auto">
            <a:xfrm>
              <a:off x="15401925" y="3484563"/>
              <a:ext cx="469900" cy="293687"/>
            </a:xfrm>
            <a:custGeom>
              <a:avLst/>
              <a:gdLst>
                <a:gd name="T0" fmla="*/ 295 w 296"/>
                <a:gd name="T1" fmla="*/ 0 h 185"/>
                <a:gd name="T2" fmla="*/ 0 w 296"/>
                <a:gd name="T3" fmla="*/ 2 h 185"/>
                <a:gd name="T4" fmla="*/ 108 w 296"/>
                <a:gd name="T5" fmla="*/ 185 h 185"/>
                <a:gd name="T6" fmla="*/ 295 w 296"/>
                <a:gd name="T7" fmla="*/ 128 h 185"/>
                <a:gd name="T8" fmla="*/ 296 w 296"/>
                <a:gd name="T9" fmla="*/ 128 h 185"/>
                <a:gd name="T10" fmla="*/ 296 w 296"/>
                <a:gd name="T11" fmla="*/ 0 h 185"/>
                <a:gd name="T12" fmla="*/ 295 w 296"/>
                <a:gd name="T13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185">
                  <a:moveTo>
                    <a:pt x="295" y="0"/>
                  </a:moveTo>
                  <a:lnTo>
                    <a:pt x="0" y="2"/>
                  </a:lnTo>
                  <a:lnTo>
                    <a:pt x="108" y="185"/>
                  </a:lnTo>
                  <a:lnTo>
                    <a:pt x="295" y="128"/>
                  </a:lnTo>
                  <a:lnTo>
                    <a:pt x="296" y="128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138"/>
            <p:cNvSpPr>
              <a:spLocks/>
            </p:cNvSpPr>
            <p:nvPr userDrawn="1"/>
          </p:nvSpPr>
          <p:spPr bwMode="auto">
            <a:xfrm>
              <a:off x="14303375" y="2792413"/>
              <a:ext cx="806450" cy="171450"/>
            </a:xfrm>
            <a:custGeom>
              <a:avLst/>
              <a:gdLst>
                <a:gd name="T0" fmla="*/ 100 w 508"/>
                <a:gd name="T1" fmla="*/ 9 h 108"/>
                <a:gd name="T2" fmla="*/ 0 w 508"/>
                <a:gd name="T3" fmla="*/ 108 h 108"/>
                <a:gd name="T4" fmla="*/ 465 w 508"/>
                <a:gd name="T5" fmla="*/ 9 h 108"/>
                <a:gd name="T6" fmla="*/ 508 w 508"/>
                <a:gd name="T7" fmla="*/ 0 h 108"/>
                <a:gd name="T8" fmla="*/ 109 w 508"/>
                <a:gd name="T9" fmla="*/ 0 h 108"/>
                <a:gd name="T10" fmla="*/ 100 w 508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8" h="108">
                  <a:moveTo>
                    <a:pt x="100" y="9"/>
                  </a:moveTo>
                  <a:lnTo>
                    <a:pt x="0" y="108"/>
                  </a:lnTo>
                  <a:lnTo>
                    <a:pt x="465" y="9"/>
                  </a:lnTo>
                  <a:lnTo>
                    <a:pt x="508" y="0"/>
                  </a:lnTo>
                  <a:lnTo>
                    <a:pt x="109" y="0"/>
                  </a:lnTo>
                  <a:lnTo>
                    <a:pt x="100" y="9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139"/>
            <p:cNvSpPr>
              <a:spLocks/>
            </p:cNvSpPr>
            <p:nvPr userDrawn="1"/>
          </p:nvSpPr>
          <p:spPr bwMode="auto">
            <a:xfrm>
              <a:off x="12812713" y="3275013"/>
              <a:ext cx="393700" cy="541337"/>
            </a:xfrm>
            <a:custGeom>
              <a:avLst/>
              <a:gdLst>
                <a:gd name="T0" fmla="*/ 66 w 248"/>
                <a:gd name="T1" fmla="*/ 0 h 341"/>
                <a:gd name="T2" fmla="*/ 3 w 248"/>
                <a:gd name="T3" fmla="*/ 329 h 341"/>
                <a:gd name="T4" fmla="*/ 0 w 248"/>
                <a:gd name="T5" fmla="*/ 341 h 341"/>
                <a:gd name="T6" fmla="*/ 3 w 248"/>
                <a:gd name="T7" fmla="*/ 341 h 341"/>
                <a:gd name="T8" fmla="*/ 192 w 248"/>
                <a:gd name="T9" fmla="*/ 341 h 341"/>
                <a:gd name="T10" fmla="*/ 248 w 248"/>
                <a:gd name="T11" fmla="*/ 341 h 341"/>
                <a:gd name="T12" fmla="*/ 245 w 248"/>
                <a:gd name="T13" fmla="*/ 336 h 341"/>
                <a:gd name="T14" fmla="*/ 66 w 248"/>
                <a:gd name="T15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8" h="341">
                  <a:moveTo>
                    <a:pt x="66" y="0"/>
                  </a:moveTo>
                  <a:lnTo>
                    <a:pt x="3" y="329"/>
                  </a:lnTo>
                  <a:lnTo>
                    <a:pt x="0" y="341"/>
                  </a:lnTo>
                  <a:lnTo>
                    <a:pt x="3" y="341"/>
                  </a:lnTo>
                  <a:lnTo>
                    <a:pt x="192" y="341"/>
                  </a:lnTo>
                  <a:lnTo>
                    <a:pt x="248" y="341"/>
                  </a:lnTo>
                  <a:lnTo>
                    <a:pt x="245" y="336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140"/>
            <p:cNvSpPr>
              <a:spLocks/>
            </p:cNvSpPr>
            <p:nvPr userDrawn="1"/>
          </p:nvSpPr>
          <p:spPr bwMode="auto">
            <a:xfrm>
              <a:off x="15241588" y="3487738"/>
              <a:ext cx="168275" cy="328612"/>
            </a:xfrm>
            <a:custGeom>
              <a:avLst/>
              <a:gdLst>
                <a:gd name="T0" fmla="*/ 101 w 106"/>
                <a:gd name="T1" fmla="*/ 0 h 207"/>
                <a:gd name="T2" fmla="*/ 0 w 106"/>
                <a:gd name="T3" fmla="*/ 171 h 207"/>
                <a:gd name="T4" fmla="*/ 20 w 106"/>
                <a:gd name="T5" fmla="*/ 207 h 207"/>
                <a:gd name="T6" fmla="*/ 106 w 106"/>
                <a:gd name="T7" fmla="*/ 207 h 207"/>
                <a:gd name="T8" fmla="*/ 101 w 106"/>
                <a:gd name="T9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207">
                  <a:moveTo>
                    <a:pt x="101" y="0"/>
                  </a:moveTo>
                  <a:lnTo>
                    <a:pt x="0" y="171"/>
                  </a:lnTo>
                  <a:lnTo>
                    <a:pt x="20" y="207"/>
                  </a:lnTo>
                  <a:lnTo>
                    <a:pt x="106" y="20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41"/>
            <p:cNvSpPr>
              <a:spLocks/>
            </p:cNvSpPr>
            <p:nvPr userDrawn="1"/>
          </p:nvSpPr>
          <p:spPr bwMode="auto">
            <a:xfrm>
              <a:off x="14303375" y="2963863"/>
              <a:ext cx="268288" cy="741362"/>
            </a:xfrm>
            <a:custGeom>
              <a:avLst/>
              <a:gdLst>
                <a:gd name="T0" fmla="*/ 30 w 169"/>
                <a:gd name="T1" fmla="*/ 467 h 467"/>
                <a:gd name="T2" fmla="*/ 169 w 169"/>
                <a:gd name="T3" fmla="*/ 103 h 467"/>
                <a:gd name="T4" fmla="*/ 0 w 169"/>
                <a:gd name="T5" fmla="*/ 0 h 467"/>
                <a:gd name="T6" fmla="*/ 30 w 169"/>
                <a:gd name="T7" fmla="*/ 46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9" h="467">
                  <a:moveTo>
                    <a:pt x="30" y="467"/>
                  </a:moveTo>
                  <a:lnTo>
                    <a:pt x="169" y="103"/>
                  </a:lnTo>
                  <a:lnTo>
                    <a:pt x="0" y="0"/>
                  </a:lnTo>
                  <a:lnTo>
                    <a:pt x="30" y="467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42"/>
            <p:cNvSpPr>
              <a:spLocks/>
            </p:cNvSpPr>
            <p:nvPr userDrawn="1"/>
          </p:nvSpPr>
          <p:spPr bwMode="auto">
            <a:xfrm>
              <a:off x="12801600" y="3275013"/>
              <a:ext cx="115888" cy="541337"/>
            </a:xfrm>
            <a:custGeom>
              <a:avLst/>
              <a:gdLst>
                <a:gd name="T0" fmla="*/ 0 w 73"/>
                <a:gd name="T1" fmla="*/ 82 h 341"/>
                <a:gd name="T2" fmla="*/ 0 w 73"/>
                <a:gd name="T3" fmla="*/ 341 h 341"/>
                <a:gd name="T4" fmla="*/ 6 w 73"/>
                <a:gd name="T5" fmla="*/ 341 h 341"/>
                <a:gd name="T6" fmla="*/ 7 w 73"/>
                <a:gd name="T7" fmla="*/ 341 h 341"/>
                <a:gd name="T8" fmla="*/ 10 w 73"/>
                <a:gd name="T9" fmla="*/ 329 h 341"/>
                <a:gd name="T10" fmla="*/ 73 w 73"/>
                <a:gd name="T11" fmla="*/ 0 h 341"/>
                <a:gd name="T12" fmla="*/ 10 w 73"/>
                <a:gd name="T13" fmla="*/ 71 h 341"/>
                <a:gd name="T14" fmla="*/ 0 w 73"/>
                <a:gd name="T15" fmla="*/ 8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341">
                  <a:moveTo>
                    <a:pt x="0" y="82"/>
                  </a:moveTo>
                  <a:lnTo>
                    <a:pt x="0" y="341"/>
                  </a:lnTo>
                  <a:lnTo>
                    <a:pt x="6" y="341"/>
                  </a:lnTo>
                  <a:lnTo>
                    <a:pt x="7" y="341"/>
                  </a:lnTo>
                  <a:lnTo>
                    <a:pt x="10" y="329"/>
                  </a:lnTo>
                  <a:lnTo>
                    <a:pt x="73" y="0"/>
                  </a:lnTo>
                  <a:lnTo>
                    <a:pt x="10" y="71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43"/>
            <p:cNvSpPr>
              <a:spLocks/>
            </p:cNvSpPr>
            <p:nvPr userDrawn="1"/>
          </p:nvSpPr>
          <p:spPr bwMode="auto">
            <a:xfrm>
              <a:off x="12917488" y="2963863"/>
              <a:ext cx="1385888" cy="311150"/>
            </a:xfrm>
            <a:custGeom>
              <a:avLst/>
              <a:gdLst>
                <a:gd name="T0" fmla="*/ 655 w 873"/>
                <a:gd name="T1" fmla="*/ 187 h 196"/>
                <a:gd name="T2" fmla="*/ 873 w 873"/>
                <a:gd name="T3" fmla="*/ 0 h 196"/>
                <a:gd name="T4" fmla="*/ 0 w 873"/>
                <a:gd name="T5" fmla="*/ 196 h 196"/>
                <a:gd name="T6" fmla="*/ 655 w 873"/>
                <a:gd name="T7" fmla="*/ 187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3" h="196">
                  <a:moveTo>
                    <a:pt x="655" y="187"/>
                  </a:moveTo>
                  <a:lnTo>
                    <a:pt x="873" y="0"/>
                  </a:lnTo>
                  <a:lnTo>
                    <a:pt x="0" y="196"/>
                  </a:lnTo>
                  <a:lnTo>
                    <a:pt x="655" y="187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144"/>
            <p:cNvSpPr>
              <a:spLocks/>
            </p:cNvSpPr>
            <p:nvPr userDrawn="1"/>
          </p:nvSpPr>
          <p:spPr bwMode="auto">
            <a:xfrm>
              <a:off x="14351000" y="2792413"/>
              <a:ext cx="822325" cy="912812"/>
            </a:xfrm>
            <a:custGeom>
              <a:avLst/>
              <a:gdLst>
                <a:gd name="T0" fmla="*/ 513 w 518"/>
                <a:gd name="T1" fmla="*/ 0 h 575"/>
                <a:gd name="T2" fmla="*/ 505 w 518"/>
                <a:gd name="T3" fmla="*/ 9 h 575"/>
                <a:gd name="T4" fmla="*/ 499 w 518"/>
                <a:gd name="T5" fmla="*/ 16 h 575"/>
                <a:gd name="T6" fmla="*/ 0 w 518"/>
                <a:gd name="T7" fmla="*/ 575 h 575"/>
                <a:gd name="T8" fmla="*/ 410 w 518"/>
                <a:gd name="T9" fmla="*/ 246 h 575"/>
                <a:gd name="T10" fmla="*/ 512 w 518"/>
                <a:gd name="T11" fmla="*/ 14 h 575"/>
                <a:gd name="T12" fmla="*/ 514 w 518"/>
                <a:gd name="T13" fmla="*/ 9 h 575"/>
                <a:gd name="T14" fmla="*/ 518 w 518"/>
                <a:gd name="T15" fmla="*/ 0 h 575"/>
                <a:gd name="T16" fmla="*/ 513 w 518"/>
                <a:gd name="T17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8" h="575">
                  <a:moveTo>
                    <a:pt x="513" y="0"/>
                  </a:moveTo>
                  <a:lnTo>
                    <a:pt x="505" y="9"/>
                  </a:lnTo>
                  <a:lnTo>
                    <a:pt x="499" y="16"/>
                  </a:lnTo>
                  <a:lnTo>
                    <a:pt x="0" y="575"/>
                  </a:lnTo>
                  <a:lnTo>
                    <a:pt x="410" y="246"/>
                  </a:lnTo>
                  <a:lnTo>
                    <a:pt x="512" y="14"/>
                  </a:lnTo>
                  <a:lnTo>
                    <a:pt x="514" y="9"/>
                  </a:lnTo>
                  <a:lnTo>
                    <a:pt x="518" y="0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45"/>
            <p:cNvSpPr>
              <a:spLocks/>
            </p:cNvSpPr>
            <p:nvPr userDrawn="1"/>
          </p:nvSpPr>
          <p:spPr bwMode="auto">
            <a:xfrm>
              <a:off x="12801600" y="3143250"/>
              <a:ext cx="115888" cy="131762"/>
            </a:xfrm>
            <a:custGeom>
              <a:avLst/>
              <a:gdLst>
                <a:gd name="T0" fmla="*/ 0 w 73"/>
                <a:gd name="T1" fmla="*/ 0 h 83"/>
                <a:gd name="T2" fmla="*/ 0 w 73"/>
                <a:gd name="T3" fmla="*/ 52 h 83"/>
                <a:gd name="T4" fmla="*/ 10 w 73"/>
                <a:gd name="T5" fmla="*/ 56 h 83"/>
                <a:gd name="T6" fmla="*/ 73 w 73"/>
                <a:gd name="T7" fmla="*/ 83 h 83"/>
                <a:gd name="T8" fmla="*/ 10 w 73"/>
                <a:gd name="T9" fmla="*/ 11 h 83"/>
                <a:gd name="T10" fmla="*/ 0 w 73"/>
                <a:gd name="T11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3">
                  <a:moveTo>
                    <a:pt x="0" y="0"/>
                  </a:moveTo>
                  <a:lnTo>
                    <a:pt x="0" y="52"/>
                  </a:lnTo>
                  <a:lnTo>
                    <a:pt x="10" y="56"/>
                  </a:lnTo>
                  <a:lnTo>
                    <a:pt x="73" y="83"/>
                  </a:lnTo>
                  <a:lnTo>
                    <a:pt x="1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46"/>
            <p:cNvSpPr>
              <a:spLocks/>
            </p:cNvSpPr>
            <p:nvPr userDrawn="1"/>
          </p:nvSpPr>
          <p:spPr bwMode="auto">
            <a:xfrm>
              <a:off x="15228888" y="2792413"/>
              <a:ext cx="642938" cy="136525"/>
            </a:xfrm>
            <a:custGeom>
              <a:avLst/>
              <a:gdLst>
                <a:gd name="T0" fmla="*/ 404 w 405"/>
                <a:gd name="T1" fmla="*/ 0 h 86"/>
                <a:gd name="T2" fmla="*/ 40 w 405"/>
                <a:gd name="T3" fmla="*/ 0 h 86"/>
                <a:gd name="T4" fmla="*/ 0 w 405"/>
                <a:gd name="T5" fmla="*/ 0 h 86"/>
                <a:gd name="T6" fmla="*/ 14 w 405"/>
                <a:gd name="T7" fmla="*/ 4 h 86"/>
                <a:gd name="T8" fmla="*/ 30 w 405"/>
                <a:gd name="T9" fmla="*/ 9 h 86"/>
                <a:gd name="T10" fmla="*/ 290 w 405"/>
                <a:gd name="T11" fmla="*/ 86 h 86"/>
                <a:gd name="T12" fmla="*/ 404 w 405"/>
                <a:gd name="T13" fmla="*/ 44 h 86"/>
                <a:gd name="T14" fmla="*/ 405 w 405"/>
                <a:gd name="T15" fmla="*/ 43 h 86"/>
                <a:gd name="T16" fmla="*/ 405 w 405"/>
                <a:gd name="T17" fmla="*/ 9 h 86"/>
                <a:gd name="T18" fmla="*/ 405 w 405"/>
                <a:gd name="T19" fmla="*/ 0 h 86"/>
                <a:gd name="T20" fmla="*/ 404 w 405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5" h="86">
                  <a:moveTo>
                    <a:pt x="404" y="0"/>
                  </a:moveTo>
                  <a:lnTo>
                    <a:pt x="40" y="0"/>
                  </a:lnTo>
                  <a:lnTo>
                    <a:pt x="0" y="0"/>
                  </a:lnTo>
                  <a:lnTo>
                    <a:pt x="14" y="4"/>
                  </a:lnTo>
                  <a:lnTo>
                    <a:pt x="30" y="9"/>
                  </a:lnTo>
                  <a:lnTo>
                    <a:pt x="290" y="86"/>
                  </a:lnTo>
                  <a:lnTo>
                    <a:pt x="404" y="44"/>
                  </a:lnTo>
                  <a:lnTo>
                    <a:pt x="405" y="43"/>
                  </a:lnTo>
                  <a:lnTo>
                    <a:pt x="405" y="9"/>
                  </a:lnTo>
                  <a:lnTo>
                    <a:pt x="405" y="0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47"/>
            <p:cNvSpPr>
              <a:spLocks/>
            </p:cNvSpPr>
            <p:nvPr userDrawn="1"/>
          </p:nvSpPr>
          <p:spPr bwMode="auto">
            <a:xfrm>
              <a:off x="12917488" y="3260725"/>
              <a:ext cx="1433513" cy="444500"/>
            </a:xfrm>
            <a:custGeom>
              <a:avLst/>
              <a:gdLst>
                <a:gd name="T0" fmla="*/ 0 w 903"/>
                <a:gd name="T1" fmla="*/ 9 h 280"/>
                <a:gd name="T2" fmla="*/ 903 w 903"/>
                <a:gd name="T3" fmla="*/ 280 h 280"/>
                <a:gd name="T4" fmla="*/ 655 w 903"/>
                <a:gd name="T5" fmla="*/ 0 h 280"/>
                <a:gd name="T6" fmla="*/ 0 w 903"/>
                <a:gd name="T7" fmla="*/ 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3" h="280">
                  <a:moveTo>
                    <a:pt x="0" y="9"/>
                  </a:moveTo>
                  <a:lnTo>
                    <a:pt x="903" y="280"/>
                  </a:lnTo>
                  <a:lnTo>
                    <a:pt x="655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148"/>
            <p:cNvSpPr>
              <a:spLocks/>
            </p:cNvSpPr>
            <p:nvPr userDrawn="1"/>
          </p:nvSpPr>
          <p:spPr bwMode="auto">
            <a:xfrm>
              <a:off x="14303375" y="2792413"/>
              <a:ext cx="173038" cy="171450"/>
            </a:xfrm>
            <a:custGeom>
              <a:avLst/>
              <a:gdLst>
                <a:gd name="T0" fmla="*/ 109 w 109"/>
                <a:gd name="T1" fmla="*/ 0 h 108"/>
                <a:gd name="T2" fmla="*/ 26 w 109"/>
                <a:gd name="T3" fmla="*/ 0 h 108"/>
                <a:gd name="T4" fmla="*/ 24 w 109"/>
                <a:gd name="T5" fmla="*/ 9 h 108"/>
                <a:gd name="T6" fmla="*/ 0 w 109"/>
                <a:gd name="T7" fmla="*/ 108 h 108"/>
                <a:gd name="T8" fmla="*/ 100 w 109"/>
                <a:gd name="T9" fmla="*/ 9 h 108"/>
                <a:gd name="T10" fmla="*/ 109 w 109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" h="108">
                  <a:moveTo>
                    <a:pt x="109" y="0"/>
                  </a:moveTo>
                  <a:lnTo>
                    <a:pt x="26" y="0"/>
                  </a:lnTo>
                  <a:lnTo>
                    <a:pt x="24" y="9"/>
                  </a:lnTo>
                  <a:lnTo>
                    <a:pt x="0" y="108"/>
                  </a:lnTo>
                  <a:lnTo>
                    <a:pt x="100" y="9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149"/>
            <p:cNvSpPr>
              <a:spLocks/>
            </p:cNvSpPr>
            <p:nvPr userDrawn="1"/>
          </p:nvSpPr>
          <p:spPr bwMode="auto">
            <a:xfrm>
              <a:off x="14351000" y="3487738"/>
              <a:ext cx="1050925" cy="271462"/>
            </a:xfrm>
            <a:custGeom>
              <a:avLst/>
              <a:gdLst>
                <a:gd name="T0" fmla="*/ 561 w 662"/>
                <a:gd name="T1" fmla="*/ 171 h 171"/>
                <a:gd name="T2" fmla="*/ 662 w 662"/>
                <a:gd name="T3" fmla="*/ 0 h 171"/>
                <a:gd name="T4" fmla="*/ 0 w 662"/>
                <a:gd name="T5" fmla="*/ 137 h 171"/>
                <a:gd name="T6" fmla="*/ 561 w 662"/>
                <a:gd name="T7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171">
                  <a:moveTo>
                    <a:pt x="561" y="171"/>
                  </a:moveTo>
                  <a:lnTo>
                    <a:pt x="662" y="0"/>
                  </a:lnTo>
                  <a:lnTo>
                    <a:pt x="0" y="137"/>
                  </a:lnTo>
                  <a:lnTo>
                    <a:pt x="561" y="171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50"/>
            <p:cNvSpPr>
              <a:spLocks/>
            </p:cNvSpPr>
            <p:nvPr userDrawn="1"/>
          </p:nvSpPr>
          <p:spPr bwMode="auto">
            <a:xfrm>
              <a:off x="12801600" y="3275013"/>
              <a:ext cx="115888" cy="130175"/>
            </a:xfrm>
            <a:custGeom>
              <a:avLst/>
              <a:gdLst>
                <a:gd name="T0" fmla="*/ 0 w 73"/>
                <a:gd name="T1" fmla="*/ 29 h 82"/>
                <a:gd name="T2" fmla="*/ 0 w 73"/>
                <a:gd name="T3" fmla="*/ 82 h 82"/>
                <a:gd name="T4" fmla="*/ 10 w 73"/>
                <a:gd name="T5" fmla="*/ 71 h 82"/>
                <a:gd name="T6" fmla="*/ 73 w 73"/>
                <a:gd name="T7" fmla="*/ 0 h 82"/>
                <a:gd name="T8" fmla="*/ 10 w 73"/>
                <a:gd name="T9" fmla="*/ 25 h 82"/>
                <a:gd name="T10" fmla="*/ 0 w 73"/>
                <a:gd name="T11" fmla="*/ 29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2">
                  <a:moveTo>
                    <a:pt x="0" y="29"/>
                  </a:moveTo>
                  <a:lnTo>
                    <a:pt x="0" y="82"/>
                  </a:lnTo>
                  <a:lnTo>
                    <a:pt x="10" y="71"/>
                  </a:lnTo>
                  <a:lnTo>
                    <a:pt x="73" y="0"/>
                  </a:lnTo>
                  <a:lnTo>
                    <a:pt x="10" y="25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51"/>
            <p:cNvSpPr>
              <a:spLocks/>
            </p:cNvSpPr>
            <p:nvPr userDrawn="1"/>
          </p:nvSpPr>
          <p:spPr bwMode="auto">
            <a:xfrm>
              <a:off x="12801600" y="2792413"/>
              <a:ext cx="322263" cy="482600"/>
            </a:xfrm>
            <a:custGeom>
              <a:avLst/>
              <a:gdLst>
                <a:gd name="T0" fmla="*/ 203 w 203"/>
                <a:gd name="T1" fmla="*/ 0 h 304"/>
                <a:gd name="T2" fmla="*/ 0 w 203"/>
                <a:gd name="T3" fmla="*/ 0 h 304"/>
                <a:gd name="T4" fmla="*/ 0 w 203"/>
                <a:gd name="T5" fmla="*/ 98 h 304"/>
                <a:gd name="T6" fmla="*/ 10 w 203"/>
                <a:gd name="T7" fmla="*/ 126 h 304"/>
                <a:gd name="T8" fmla="*/ 73 w 203"/>
                <a:gd name="T9" fmla="*/ 304 h 304"/>
                <a:gd name="T10" fmla="*/ 199 w 203"/>
                <a:gd name="T11" fmla="*/ 9 h 304"/>
                <a:gd name="T12" fmla="*/ 203 w 203"/>
                <a:gd name="T1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304">
                  <a:moveTo>
                    <a:pt x="203" y="0"/>
                  </a:moveTo>
                  <a:lnTo>
                    <a:pt x="0" y="0"/>
                  </a:lnTo>
                  <a:lnTo>
                    <a:pt x="0" y="98"/>
                  </a:lnTo>
                  <a:lnTo>
                    <a:pt x="10" y="126"/>
                  </a:lnTo>
                  <a:lnTo>
                    <a:pt x="73" y="304"/>
                  </a:lnTo>
                  <a:lnTo>
                    <a:pt x="199" y="9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52"/>
            <p:cNvSpPr>
              <a:spLocks/>
            </p:cNvSpPr>
            <p:nvPr userDrawn="1"/>
          </p:nvSpPr>
          <p:spPr bwMode="auto">
            <a:xfrm>
              <a:off x="14351000" y="2792413"/>
              <a:ext cx="814388" cy="912812"/>
            </a:xfrm>
            <a:custGeom>
              <a:avLst/>
              <a:gdLst>
                <a:gd name="T0" fmla="*/ 490 w 513"/>
                <a:gd name="T1" fmla="*/ 9 h 575"/>
                <a:gd name="T2" fmla="*/ 468 w 513"/>
                <a:gd name="T3" fmla="*/ 22 h 575"/>
                <a:gd name="T4" fmla="*/ 139 w 513"/>
                <a:gd name="T5" fmla="*/ 211 h 575"/>
                <a:gd name="T6" fmla="*/ 0 w 513"/>
                <a:gd name="T7" fmla="*/ 575 h 575"/>
                <a:gd name="T8" fmla="*/ 499 w 513"/>
                <a:gd name="T9" fmla="*/ 16 h 575"/>
                <a:gd name="T10" fmla="*/ 505 w 513"/>
                <a:gd name="T11" fmla="*/ 9 h 575"/>
                <a:gd name="T12" fmla="*/ 513 w 513"/>
                <a:gd name="T13" fmla="*/ 0 h 575"/>
                <a:gd name="T14" fmla="*/ 505 w 513"/>
                <a:gd name="T15" fmla="*/ 0 h 575"/>
                <a:gd name="T16" fmla="*/ 490 w 513"/>
                <a:gd name="T17" fmla="*/ 9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3" h="575">
                  <a:moveTo>
                    <a:pt x="490" y="9"/>
                  </a:moveTo>
                  <a:lnTo>
                    <a:pt x="468" y="22"/>
                  </a:lnTo>
                  <a:lnTo>
                    <a:pt x="139" y="211"/>
                  </a:lnTo>
                  <a:lnTo>
                    <a:pt x="0" y="575"/>
                  </a:lnTo>
                  <a:lnTo>
                    <a:pt x="499" y="16"/>
                  </a:lnTo>
                  <a:lnTo>
                    <a:pt x="505" y="9"/>
                  </a:lnTo>
                  <a:lnTo>
                    <a:pt x="513" y="0"/>
                  </a:lnTo>
                  <a:lnTo>
                    <a:pt x="505" y="0"/>
                  </a:lnTo>
                  <a:lnTo>
                    <a:pt x="490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4" name="Freeform 153"/>
            <p:cNvSpPr>
              <a:spLocks/>
            </p:cNvSpPr>
            <p:nvPr userDrawn="1"/>
          </p:nvSpPr>
          <p:spPr bwMode="auto">
            <a:xfrm>
              <a:off x="15184438" y="2792413"/>
              <a:ext cx="504825" cy="695325"/>
            </a:xfrm>
            <a:custGeom>
              <a:avLst/>
              <a:gdLst>
                <a:gd name="T0" fmla="*/ 58 w 318"/>
                <a:gd name="T1" fmla="*/ 9 h 438"/>
                <a:gd name="T2" fmla="*/ 42 w 318"/>
                <a:gd name="T3" fmla="*/ 4 h 438"/>
                <a:gd name="T4" fmla="*/ 28 w 318"/>
                <a:gd name="T5" fmla="*/ 0 h 438"/>
                <a:gd name="T6" fmla="*/ 0 w 318"/>
                <a:gd name="T7" fmla="*/ 0 h 438"/>
                <a:gd name="T8" fmla="*/ 3 w 318"/>
                <a:gd name="T9" fmla="*/ 9 h 438"/>
                <a:gd name="T10" fmla="*/ 3 w 318"/>
                <a:gd name="T11" fmla="*/ 11 h 438"/>
                <a:gd name="T12" fmla="*/ 137 w 318"/>
                <a:gd name="T13" fmla="*/ 438 h 438"/>
                <a:gd name="T14" fmla="*/ 318 w 318"/>
                <a:gd name="T15" fmla="*/ 86 h 438"/>
                <a:gd name="T16" fmla="*/ 58 w 318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8" h="438">
                  <a:moveTo>
                    <a:pt x="58" y="9"/>
                  </a:moveTo>
                  <a:lnTo>
                    <a:pt x="42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3" y="9"/>
                  </a:lnTo>
                  <a:lnTo>
                    <a:pt x="3" y="11"/>
                  </a:lnTo>
                  <a:lnTo>
                    <a:pt x="137" y="438"/>
                  </a:lnTo>
                  <a:lnTo>
                    <a:pt x="318" y="86"/>
                  </a:lnTo>
                  <a:lnTo>
                    <a:pt x="58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5" name="Freeform 154"/>
            <p:cNvSpPr>
              <a:spLocks/>
            </p:cNvSpPr>
            <p:nvPr userDrawn="1"/>
          </p:nvSpPr>
          <p:spPr bwMode="auto">
            <a:xfrm>
              <a:off x="13995400" y="3705225"/>
              <a:ext cx="639763" cy="111125"/>
            </a:xfrm>
            <a:custGeom>
              <a:avLst/>
              <a:gdLst>
                <a:gd name="T0" fmla="*/ 403 w 403"/>
                <a:gd name="T1" fmla="*/ 70 h 70"/>
                <a:gd name="T2" fmla="*/ 224 w 403"/>
                <a:gd name="T3" fmla="*/ 0 h 70"/>
                <a:gd name="T4" fmla="*/ 0 w 403"/>
                <a:gd name="T5" fmla="*/ 70 h 70"/>
                <a:gd name="T6" fmla="*/ 403 w 403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3" h="70">
                  <a:moveTo>
                    <a:pt x="403" y="70"/>
                  </a:moveTo>
                  <a:lnTo>
                    <a:pt x="224" y="0"/>
                  </a:lnTo>
                  <a:lnTo>
                    <a:pt x="0" y="70"/>
                  </a:lnTo>
                  <a:lnTo>
                    <a:pt x="403" y="7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6" name="Freeform 155"/>
            <p:cNvSpPr>
              <a:spLocks/>
            </p:cNvSpPr>
            <p:nvPr userDrawn="1"/>
          </p:nvSpPr>
          <p:spPr bwMode="auto">
            <a:xfrm>
              <a:off x="12801600" y="2949575"/>
              <a:ext cx="115888" cy="325437"/>
            </a:xfrm>
            <a:custGeom>
              <a:avLst/>
              <a:gdLst>
                <a:gd name="T0" fmla="*/ 0 w 73"/>
                <a:gd name="T1" fmla="*/ 0 h 205"/>
                <a:gd name="T2" fmla="*/ 0 w 73"/>
                <a:gd name="T3" fmla="*/ 122 h 205"/>
                <a:gd name="T4" fmla="*/ 10 w 73"/>
                <a:gd name="T5" fmla="*/ 133 h 205"/>
                <a:gd name="T6" fmla="*/ 73 w 73"/>
                <a:gd name="T7" fmla="*/ 205 h 205"/>
                <a:gd name="T8" fmla="*/ 10 w 73"/>
                <a:gd name="T9" fmla="*/ 28 h 205"/>
                <a:gd name="T10" fmla="*/ 0 w 73"/>
                <a:gd name="T11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205">
                  <a:moveTo>
                    <a:pt x="0" y="0"/>
                  </a:moveTo>
                  <a:lnTo>
                    <a:pt x="0" y="122"/>
                  </a:lnTo>
                  <a:lnTo>
                    <a:pt x="10" y="133"/>
                  </a:lnTo>
                  <a:lnTo>
                    <a:pt x="73" y="205"/>
                  </a:lnTo>
                  <a:lnTo>
                    <a:pt x="1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7" name="Freeform 156"/>
            <p:cNvSpPr>
              <a:spLocks/>
            </p:cNvSpPr>
            <p:nvPr userDrawn="1"/>
          </p:nvSpPr>
          <p:spPr bwMode="auto">
            <a:xfrm>
              <a:off x="13708063" y="2792413"/>
              <a:ext cx="595313" cy="171450"/>
            </a:xfrm>
            <a:custGeom>
              <a:avLst/>
              <a:gdLst>
                <a:gd name="T0" fmla="*/ 236 w 375"/>
                <a:gd name="T1" fmla="*/ 9 h 108"/>
                <a:gd name="T2" fmla="*/ 223 w 375"/>
                <a:gd name="T3" fmla="*/ 0 h 108"/>
                <a:gd name="T4" fmla="*/ 0 w 375"/>
                <a:gd name="T5" fmla="*/ 0 h 108"/>
                <a:gd name="T6" fmla="*/ 31 w 375"/>
                <a:gd name="T7" fmla="*/ 9 h 108"/>
                <a:gd name="T8" fmla="*/ 375 w 375"/>
                <a:gd name="T9" fmla="*/ 108 h 108"/>
                <a:gd name="T10" fmla="*/ 236 w 375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5" h="108">
                  <a:moveTo>
                    <a:pt x="236" y="9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31" y="9"/>
                  </a:lnTo>
                  <a:lnTo>
                    <a:pt x="375" y="108"/>
                  </a:lnTo>
                  <a:lnTo>
                    <a:pt x="236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8" name="Freeform 157"/>
            <p:cNvSpPr>
              <a:spLocks/>
            </p:cNvSpPr>
            <p:nvPr userDrawn="1"/>
          </p:nvSpPr>
          <p:spPr bwMode="auto">
            <a:xfrm>
              <a:off x="15401925" y="2860675"/>
              <a:ext cx="469900" cy="627062"/>
            </a:xfrm>
            <a:custGeom>
              <a:avLst/>
              <a:gdLst>
                <a:gd name="T0" fmla="*/ 295 w 296"/>
                <a:gd name="T1" fmla="*/ 1 h 395"/>
                <a:gd name="T2" fmla="*/ 181 w 296"/>
                <a:gd name="T3" fmla="*/ 43 h 395"/>
                <a:gd name="T4" fmla="*/ 0 w 296"/>
                <a:gd name="T5" fmla="*/ 395 h 395"/>
                <a:gd name="T6" fmla="*/ 295 w 296"/>
                <a:gd name="T7" fmla="*/ 120 h 395"/>
                <a:gd name="T8" fmla="*/ 296 w 296"/>
                <a:gd name="T9" fmla="*/ 119 h 395"/>
                <a:gd name="T10" fmla="*/ 296 w 296"/>
                <a:gd name="T11" fmla="*/ 0 h 395"/>
                <a:gd name="T12" fmla="*/ 295 w 296"/>
                <a:gd name="T13" fmla="*/ 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395">
                  <a:moveTo>
                    <a:pt x="295" y="1"/>
                  </a:moveTo>
                  <a:lnTo>
                    <a:pt x="181" y="43"/>
                  </a:lnTo>
                  <a:lnTo>
                    <a:pt x="0" y="395"/>
                  </a:lnTo>
                  <a:lnTo>
                    <a:pt x="295" y="120"/>
                  </a:lnTo>
                  <a:lnTo>
                    <a:pt x="296" y="119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9" name="Freeform 158"/>
            <p:cNvSpPr>
              <a:spLocks/>
            </p:cNvSpPr>
            <p:nvPr userDrawn="1"/>
          </p:nvSpPr>
          <p:spPr bwMode="auto">
            <a:xfrm>
              <a:off x="15552738" y="3687763"/>
              <a:ext cx="319088" cy="128587"/>
            </a:xfrm>
            <a:custGeom>
              <a:avLst/>
              <a:gdLst>
                <a:gd name="T0" fmla="*/ 13 w 201"/>
                <a:gd name="T1" fmla="*/ 57 h 81"/>
                <a:gd name="T2" fmla="*/ 0 w 201"/>
                <a:gd name="T3" fmla="*/ 81 h 81"/>
                <a:gd name="T4" fmla="*/ 200 w 201"/>
                <a:gd name="T5" fmla="*/ 81 h 81"/>
                <a:gd name="T6" fmla="*/ 201 w 201"/>
                <a:gd name="T7" fmla="*/ 81 h 81"/>
                <a:gd name="T8" fmla="*/ 201 w 201"/>
                <a:gd name="T9" fmla="*/ 0 h 81"/>
                <a:gd name="T10" fmla="*/ 200 w 201"/>
                <a:gd name="T11" fmla="*/ 0 h 81"/>
                <a:gd name="T12" fmla="*/ 13 w 201"/>
                <a:gd name="T13" fmla="*/ 5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81">
                  <a:moveTo>
                    <a:pt x="13" y="57"/>
                  </a:moveTo>
                  <a:lnTo>
                    <a:pt x="0" y="81"/>
                  </a:lnTo>
                  <a:lnTo>
                    <a:pt x="200" y="81"/>
                  </a:lnTo>
                  <a:lnTo>
                    <a:pt x="201" y="81"/>
                  </a:lnTo>
                  <a:lnTo>
                    <a:pt x="201" y="0"/>
                  </a:lnTo>
                  <a:lnTo>
                    <a:pt x="200" y="0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0" name="Freeform 159"/>
            <p:cNvSpPr>
              <a:spLocks/>
            </p:cNvSpPr>
            <p:nvPr userDrawn="1"/>
          </p:nvSpPr>
          <p:spPr bwMode="auto">
            <a:xfrm>
              <a:off x="13303250" y="3705225"/>
              <a:ext cx="1047750" cy="111125"/>
            </a:xfrm>
            <a:custGeom>
              <a:avLst/>
              <a:gdLst>
                <a:gd name="T0" fmla="*/ 436 w 660"/>
                <a:gd name="T1" fmla="*/ 70 h 70"/>
                <a:gd name="T2" fmla="*/ 660 w 660"/>
                <a:gd name="T3" fmla="*/ 0 h 70"/>
                <a:gd name="T4" fmla="*/ 0 w 660"/>
                <a:gd name="T5" fmla="*/ 70 h 70"/>
                <a:gd name="T6" fmla="*/ 436 w 660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0" h="70">
                  <a:moveTo>
                    <a:pt x="436" y="70"/>
                  </a:moveTo>
                  <a:lnTo>
                    <a:pt x="660" y="0"/>
                  </a:lnTo>
                  <a:lnTo>
                    <a:pt x="0" y="70"/>
                  </a:lnTo>
                  <a:lnTo>
                    <a:pt x="436" y="7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1" name="Freeform 160"/>
            <p:cNvSpPr>
              <a:spLocks/>
            </p:cNvSpPr>
            <p:nvPr userDrawn="1"/>
          </p:nvSpPr>
          <p:spPr bwMode="auto">
            <a:xfrm>
              <a:off x="12917488" y="2792413"/>
              <a:ext cx="555625" cy="482600"/>
            </a:xfrm>
            <a:custGeom>
              <a:avLst/>
              <a:gdLst>
                <a:gd name="T0" fmla="*/ 350 w 350"/>
                <a:gd name="T1" fmla="*/ 0 h 304"/>
                <a:gd name="T2" fmla="*/ 130 w 350"/>
                <a:gd name="T3" fmla="*/ 0 h 304"/>
                <a:gd name="T4" fmla="*/ 126 w 350"/>
                <a:gd name="T5" fmla="*/ 9 h 304"/>
                <a:gd name="T6" fmla="*/ 0 w 350"/>
                <a:gd name="T7" fmla="*/ 304 h 304"/>
                <a:gd name="T8" fmla="*/ 339 w 350"/>
                <a:gd name="T9" fmla="*/ 9 h 304"/>
                <a:gd name="T10" fmla="*/ 350 w 350"/>
                <a:gd name="T11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" h="304">
                  <a:moveTo>
                    <a:pt x="350" y="0"/>
                  </a:moveTo>
                  <a:lnTo>
                    <a:pt x="130" y="0"/>
                  </a:lnTo>
                  <a:lnTo>
                    <a:pt x="126" y="9"/>
                  </a:lnTo>
                  <a:lnTo>
                    <a:pt x="0" y="304"/>
                  </a:lnTo>
                  <a:lnTo>
                    <a:pt x="339" y="9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2" name="Freeform 161"/>
            <p:cNvSpPr>
              <a:spLocks/>
            </p:cNvSpPr>
            <p:nvPr userDrawn="1"/>
          </p:nvSpPr>
          <p:spPr bwMode="auto">
            <a:xfrm>
              <a:off x="15401925" y="3276600"/>
              <a:ext cx="469900" cy="211137"/>
            </a:xfrm>
            <a:custGeom>
              <a:avLst/>
              <a:gdLst>
                <a:gd name="T0" fmla="*/ 295 w 296"/>
                <a:gd name="T1" fmla="*/ 0 h 133"/>
                <a:gd name="T2" fmla="*/ 0 w 296"/>
                <a:gd name="T3" fmla="*/ 133 h 133"/>
                <a:gd name="T4" fmla="*/ 295 w 296"/>
                <a:gd name="T5" fmla="*/ 131 h 133"/>
                <a:gd name="T6" fmla="*/ 296 w 296"/>
                <a:gd name="T7" fmla="*/ 131 h 133"/>
                <a:gd name="T8" fmla="*/ 296 w 296"/>
                <a:gd name="T9" fmla="*/ 0 h 133"/>
                <a:gd name="T10" fmla="*/ 295 w 296"/>
                <a:gd name="T1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133">
                  <a:moveTo>
                    <a:pt x="295" y="0"/>
                  </a:moveTo>
                  <a:lnTo>
                    <a:pt x="0" y="133"/>
                  </a:lnTo>
                  <a:lnTo>
                    <a:pt x="295" y="131"/>
                  </a:lnTo>
                  <a:lnTo>
                    <a:pt x="296" y="131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3" name="Freeform 162"/>
            <p:cNvSpPr>
              <a:spLocks/>
            </p:cNvSpPr>
            <p:nvPr userDrawn="1"/>
          </p:nvSpPr>
          <p:spPr bwMode="auto">
            <a:xfrm>
              <a:off x="14303375" y="2792413"/>
              <a:ext cx="849313" cy="334962"/>
            </a:xfrm>
            <a:custGeom>
              <a:avLst/>
              <a:gdLst>
                <a:gd name="T0" fmla="*/ 498 w 535"/>
                <a:gd name="T1" fmla="*/ 22 h 211"/>
                <a:gd name="T2" fmla="*/ 520 w 535"/>
                <a:gd name="T3" fmla="*/ 9 h 211"/>
                <a:gd name="T4" fmla="*/ 535 w 535"/>
                <a:gd name="T5" fmla="*/ 0 h 211"/>
                <a:gd name="T6" fmla="*/ 508 w 535"/>
                <a:gd name="T7" fmla="*/ 0 h 211"/>
                <a:gd name="T8" fmla="*/ 465 w 535"/>
                <a:gd name="T9" fmla="*/ 9 h 211"/>
                <a:gd name="T10" fmla="*/ 0 w 535"/>
                <a:gd name="T11" fmla="*/ 108 h 211"/>
                <a:gd name="T12" fmla="*/ 169 w 535"/>
                <a:gd name="T13" fmla="*/ 211 h 211"/>
                <a:gd name="T14" fmla="*/ 498 w 535"/>
                <a:gd name="T15" fmla="*/ 22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5" h="211">
                  <a:moveTo>
                    <a:pt x="498" y="22"/>
                  </a:moveTo>
                  <a:lnTo>
                    <a:pt x="520" y="9"/>
                  </a:lnTo>
                  <a:lnTo>
                    <a:pt x="535" y="0"/>
                  </a:lnTo>
                  <a:lnTo>
                    <a:pt x="508" y="0"/>
                  </a:lnTo>
                  <a:lnTo>
                    <a:pt x="465" y="9"/>
                  </a:lnTo>
                  <a:lnTo>
                    <a:pt x="0" y="108"/>
                  </a:lnTo>
                  <a:lnTo>
                    <a:pt x="169" y="211"/>
                  </a:lnTo>
                  <a:lnTo>
                    <a:pt x="498" y="22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4" name="Freeform 163"/>
            <p:cNvSpPr>
              <a:spLocks/>
            </p:cNvSpPr>
            <p:nvPr userDrawn="1"/>
          </p:nvSpPr>
          <p:spPr bwMode="auto">
            <a:xfrm>
              <a:off x="14270038" y="2792413"/>
              <a:ext cx="74613" cy="171450"/>
            </a:xfrm>
            <a:custGeom>
              <a:avLst/>
              <a:gdLst>
                <a:gd name="T0" fmla="*/ 47 w 47"/>
                <a:gd name="T1" fmla="*/ 0 h 108"/>
                <a:gd name="T2" fmla="*/ 0 w 47"/>
                <a:gd name="T3" fmla="*/ 0 h 108"/>
                <a:gd name="T4" fmla="*/ 2 w 47"/>
                <a:gd name="T5" fmla="*/ 9 h 108"/>
                <a:gd name="T6" fmla="*/ 21 w 47"/>
                <a:gd name="T7" fmla="*/ 108 h 108"/>
                <a:gd name="T8" fmla="*/ 45 w 47"/>
                <a:gd name="T9" fmla="*/ 9 h 108"/>
                <a:gd name="T10" fmla="*/ 47 w 47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08">
                  <a:moveTo>
                    <a:pt x="47" y="0"/>
                  </a:moveTo>
                  <a:lnTo>
                    <a:pt x="0" y="0"/>
                  </a:lnTo>
                  <a:lnTo>
                    <a:pt x="2" y="9"/>
                  </a:lnTo>
                  <a:lnTo>
                    <a:pt x="21" y="108"/>
                  </a:lnTo>
                  <a:lnTo>
                    <a:pt x="45" y="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5" name="Freeform 164"/>
            <p:cNvSpPr>
              <a:spLocks/>
            </p:cNvSpPr>
            <p:nvPr userDrawn="1"/>
          </p:nvSpPr>
          <p:spPr bwMode="auto">
            <a:xfrm>
              <a:off x="14351000" y="3182938"/>
              <a:ext cx="1050925" cy="522287"/>
            </a:xfrm>
            <a:custGeom>
              <a:avLst/>
              <a:gdLst>
                <a:gd name="T0" fmla="*/ 0 w 662"/>
                <a:gd name="T1" fmla="*/ 329 h 329"/>
                <a:gd name="T2" fmla="*/ 662 w 662"/>
                <a:gd name="T3" fmla="*/ 192 h 329"/>
                <a:gd name="T4" fmla="*/ 410 w 662"/>
                <a:gd name="T5" fmla="*/ 0 h 329"/>
                <a:gd name="T6" fmla="*/ 0 w 662"/>
                <a:gd name="T7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329">
                  <a:moveTo>
                    <a:pt x="0" y="329"/>
                  </a:moveTo>
                  <a:lnTo>
                    <a:pt x="662" y="192"/>
                  </a:lnTo>
                  <a:lnTo>
                    <a:pt x="410" y="0"/>
                  </a:lnTo>
                  <a:lnTo>
                    <a:pt x="0" y="329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6" name="Freeform 165"/>
            <p:cNvSpPr>
              <a:spLocks/>
            </p:cNvSpPr>
            <p:nvPr userDrawn="1"/>
          </p:nvSpPr>
          <p:spPr bwMode="auto">
            <a:xfrm>
              <a:off x="15401925" y="3487738"/>
              <a:ext cx="171450" cy="328612"/>
            </a:xfrm>
            <a:custGeom>
              <a:avLst/>
              <a:gdLst>
                <a:gd name="T0" fmla="*/ 95 w 108"/>
                <a:gd name="T1" fmla="*/ 207 h 207"/>
                <a:gd name="T2" fmla="*/ 108 w 108"/>
                <a:gd name="T3" fmla="*/ 183 h 207"/>
                <a:gd name="T4" fmla="*/ 0 w 108"/>
                <a:gd name="T5" fmla="*/ 0 h 207"/>
                <a:gd name="T6" fmla="*/ 5 w 108"/>
                <a:gd name="T7" fmla="*/ 207 h 207"/>
                <a:gd name="T8" fmla="*/ 95 w 108"/>
                <a:gd name="T9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207">
                  <a:moveTo>
                    <a:pt x="95" y="207"/>
                  </a:moveTo>
                  <a:lnTo>
                    <a:pt x="108" y="183"/>
                  </a:lnTo>
                  <a:lnTo>
                    <a:pt x="0" y="0"/>
                  </a:lnTo>
                  <a:lnTo>
                    <a:pt x="5" y="207"/>
                  </a:lnTo>
                  <a:lnTo>
                    <a:pt x="95" y="20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7" name="Freeform 166"/>
            <p:cNvSpPr>
              <a:spLocks/>
            </p:cNvSpPr>
            <p:nvPr userDrawn="1"/>
          </p:nvSpPr>
          <p:spPr bwMode="auto">
            <a:xfrm>
              <a:off x="13957300" y="2963863"/>
              <a:ext cx="393700" cy="741362"/>
            </a:xfrm>
            <a:custGeom>
              <a:avLst/>
              <a:gdLst>
                <a:gd name="T0" fmla="*/ 0 w 248"/>
                <a:gd name="T1" fmla="*/ 187 h 467"/>
                <a:gd name="T2" fmla="*/ 248 w 248"/>
                <a:gd name="T3" fmla="*/ 467 h 467"/>
                <a:gd name="T4" fmla="*/ 218 w 248"/>
                <a:gd name="T5" fmla="*/ 0 h 467"/>
                <a:gd name="T6" fmla="*/ 0 w 248"/>
                <a:gd name="T7" fmla="*/ 18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8" h="467">
                  <a:moveTo>
                    <a:pt x="0" y="187"/>
                  </a:moveTo>
                  <a:lnTo>
                    <a:pt x="248" y="467"/>
                  </a:lnTo>
                  <a:lnTo>
                    <a:pt x="218" y="0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8" name="Freeform 167"/>
            <p:cNvSpPr>
              <a:spLocks/>
            </p:cNvSpPr>
            <p:nvPr userDrawn="1"/>
          </p:nvSpPr>
          <p:spPr bwMode="auto">
            <a:xfrm>
              <a:off x="12801600" y="3225800"/>
              <a:ext cx="115888" cy="95250"/>
            </a:xfrm>
            <a:custGeom>
              <a:avLst/>
              <a:gdLst>
                <a:gd name="T0" fmla="*/ 0 w 73"/>
                <a:gd name="T1" fmla="*/ 0 h 60"/>
                <a:gd name="T2" fmla="*/ 0 w 73"/>
                <a:gd name="T3" fmla="*/ 60 h 60"/>
                <a:gd name="T4" fmla="*/ 10 w 73"/>
                <a:gd name="T5" fmla="*/ 56 h 60"/>
                <a:gd name="T6" fmla="*/ 73 w 73"/>
                <a:gd name="T7" fmla="*/ 31 h 60"/>
                <a:gd name="T8" fmla="*/ 10 w 73"/>
                <a:gd name="T9" fmla="*/ 4 h 60"/>
                <a:gd name="T10" fmla="*/ 0 w 73"/>
                <a:gd name="T11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60">
                  <a:moveTo>
                    <a:pt x="0" y="0"/>
                  </a:moveTo>
                  <a:lnTo>
                    <a:pt x="0" y="60"/>
                  </a:lnTo>
                  <a:lnTo>
                    <a:pt x="10" y="56"/>
                  </a:lnTo>
                  <a:lnTo>
                    <a:pt x="73" y="31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9" name="Freeform 168"/>
            <p:cNvSpPr>
              <a:spLocks/>
            </p:cNvSpPr>
            <p:nvPr userDrawn="1"/>
          </p:nvSpPr>
          <p:spPr bwMode="auto">
            <a:xfrm>
              <a:off x="12917488" y="2792413"/>
              <a:ext cx="1385888" cy="482600"/>
            </a:xfrm>
            <a:custGeom>
              <a:avLst/>
              <a:gdLst>
                <a:gd name="T0" fmla="*/ 498 w 873"/>
                <a:gd name="T1" fmla="*/ 0 h 304"/>
                <a:gd name="T2" fmla="*/ 351 w 873"/>
                <a:gd name="T3" fmla="*/ 0 h 304"/>
                <a:gd name="T4" fmla="*/ 350 w 873"/>
                <a:gd name="T5" fmla="*/ 0 h 304"/>
                <a:gd name="T6" fmla="*/ 339 w 873"/>
                <a:gd name="T7" fmla="*/ 9 h 304"/>
                <a:gd name="T8" fmla="*/ 0 w 873"/>
                <a:gd name="T9" fmla="*/ 304 h 304"/>
                <a:gd name="T10" fmla="*/ 873 w 873"/>
                <a:gd name="T11" fmla="*/ 108 h 304"/>
                <a:gd name="T12" fmla="*/ 529 w 873"/>
                <a:gd name="T13" fmla="*/ 9 h 304"/>
                <a:gd name="T14" fmla="*/ 498 w 873"/>
                <a:gd name="T1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3" h="304">
                  <a:moveTo>
                    <a:pt x="498" y="0"/>
                  </a:moveTo>
                  <a:lnTo>
                    <a:pt x="351" y="0"/>
                  </a:lnTo>
                  <a:lnTo>
                    <a:pt x="350" y="0"/>
                  </a:lnTo>
                  <a:lnTo>
                    <a:pt x="339" y="9"/>
                  </a:lnTo>
                  <a:lnTo>
                    <a:pt x="0" y="304"/>
                  </a:lnTo>
                  <a:lnTo>
                    <a:pt x="873" y="108"/>
                  </a:lnTo>
                  <a:lnTo>
                    <a:pt x="529" y="9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0" name="Freeform 169"/>
            <p:cNvSpPr>
              <a:spLocks/>
            </p:cNvSpPr>
            <p:nvPr userDrawn="1"/>
          </p:nvSpPr>
          <p:spPr bwMode="auto">
            <a:xfrm>
              <a:off x="15401925" y="3049588"/>
              <a:ext cx="469900" cy="438150"/>
            </a:xfrm>
            <a:custGeom>
              <a:avLst/>
              <a:gdLst>
                <a:gd name="T0" fmla="*/ 295 w 296"/>
                <a:gd name="T1" fmla="*/ 1 h 276"/>
                <a:gd name="T2" fmla="*/ 0 w 296"/>
                <a:gd name="T3" fmla="*/ 276 h 276"/>
                <a:gd name="T4" fmla="*/ 295 w 296"/>
                <a:gd name="T5" fmla="*/ 143 h 276"/>
                <a:gd name="T6" fmla="*/ 296 w 296"/>
                <a:gd name="T7" fmla="*/ 143 h 276"/>
                <a:gd name="T8" fmla="*/ 296 w 296"/>
                <a:gd name="T9" fmla="*/ 0 h 276"/>
                <a:gd name="T10" fmla="*/ 295 w 296"/>
                <a:gd name="T11" fmla="*/ 1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276">
                  <a:moveTo>
                    <a:pt x="295" y="1"/>
                  </a:moveTo>
                  <a:lnTo>
                    <a:pt x="0" y="276"/>
                  </a:lnTo>
                  <a:lnTo>
                    <a:pt x="295" y="143"/>
                  </a:lnTo>
                  <a:lnTo>
                    <a:pt x="296" y="143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1" name="Freeform 170"/>
            <p:cNvSpPr>
              <a:spLocks/>
            </p:cNvSpPr>
            <p:nvPr userDrawn="1"/>
          </p:nvSpPr>
          <p:spPr bwMode="auto">
            <a:xfrm>
              <a:off x="15001875" y="2792413"/>
              <a:ext cx="400050" cy="695325"/>
            </a:xfrm>
            <a:custGeom>
              <a:avLst/>
              <a:gdLst>
                <a:gd name="T0" fmla="*/ 118 w 252"/>
                <a:gd name="T1" fmla="*/ 9 h 438"/>
                <a:gd name="T2" fmla="*/ 115 w 252"/>
                <a:gd name="T3" fmla="*/ 0 h 438"/>
                <a:gd name="T4" fmla="*/ 108 w 252"/>
                <a:gd name="T5" fmla="*/ 0 h 438"/>
                <a:gd name="T6" fmla="*/ 104 w 252"/>
                <a:gd name="T7" fmla="*/ 9 h 438"/>
                <a:gd name="T8" fmla="*/ 102 w 252"/>
                <a:gd name="T9" fmla="*/ 14 h 438"/>
                <a:gd name="T10" fmla="*/ 0 w 252"/>
                <a:gd name="T11" fmla="*/ 246 h 438"/>
                <a:gd name="T12" fmla="*/ 252 w 252"/>
                <a:gd name="T13" fmla="*/ 438 h 438"/>
                <a:gd name="T14" fmla="*/ 118 w 252"/>
                <a:gd name="T15" fmla="*/ 11 h 438"/>
                <a:gd name="T16" fmla="*/ 118 w 252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2" h="438">
                  <a:moveTo>
                    <a:pt x="118" y="9"/>
                  </a:moveTo>
                  <a:lnTo>
                    <a:pt x="115" y="0"/>
                  </a:lnTo>
                  <a:lnTo>
                    <a:pt x="108" y="0"/>
                  </a:lnTo>
                  <a:lnTo>
                    <a:pt x="104" y="9"/>
                  </a:lnTo>
                  <a:lnTo>
                    <a:pt x="102" y="14"/>
                  </a:lnTo>
                  <a:lnTo>
                    <a:pt x="0" y="246"/>
                  </a:lnTo>
                  <a:lnTo>
                    <a:pt x="252" y="438"/>
                  </a:lnTo>
                  <a:lnTo>
                    <a:pt x="118" y="11"/>
                  </a:lnTo>
                  <a:lnTo>
                    <a:pt x="118" y="9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2" name="Freeform 171"/>
            <p:cNvSpPr>
              <a:spLocks/>
            </p:cNvSpPr>
            <p:nvPr userDrawn="1"/>
          </p:nvSpPr>
          <p:spPr bwMode="auto">
            <a:xfrm>
              <a:off x="14351000" y="3705225"/>
              <a:ext cx="922338" cy="111125"/>
            </a:xfrm>
            <a:custGeom>
              <a:avLst/>
              <a:gdLst>
                <a:gd name="T0" fmla="*/ 0 w 581"/>
                <a:gd name="T1" fmla="*/ 0 h 70"/>
                <a:gd name="T2" fmla="*/ 179 w 581"/>
                <a:gd name="T3" fmla="*/ 70 h 70"/>
                <a:gd name="T4" fmla="*/ 581 w 581"/>
                <a:gd name="T5" fmla="*/ 70 h 70"/>
                <a:gd name="T6" fmla="*/ 561 w 581"/>
                <a:gd name="T7" fmla="*/ 34 h 70"/>
                <a:gd name="T8" fmla="*/ 0 w 581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1" h="70">
                  <a:moveTo>
                    <a:pt x="0" y="0"/>
                  </a:moveTo>
                  <a:lnTo>
                    <a:pt x="179" y="70"/>
                  </a:lnTo>
                  <a:lnTo>
                    <a:pt x="581" y="70"/>
                  </a:lnTo>
                  <a:lnTo>
                    <a:pt x="561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3" name="Freeform 172"/>
            <p:cNvSpPr>
              <a:spLocks/>
            </p:cNvSpPr>
            <p:nvPr userDrawn="1"/>
          </p:nvSpPr>
          <p:spPr bwMode="auto">
            <a:xfrm>
              <a:off x="12917488" y="3275013"/>
              <a:ext cx="1433513" cy="541337"/>
            </a:xfrm>
            <a:custGeom>
              <a:avLst/>
              <a:gdLst>
                <a:gd name="T0" fmla="*/ 179 w 903"/>
                <a:gd name="T1" fmla="*/ 336 h 341"/>
                <a:gd name="T2" fmla="*/ 182 w 903"/>
                <a:gd name="T3" fmla="*/ 341 h 341"/>
                <a:gd name="T4" fmla="*/ 243 w 903"/>
                <a:gd name="T5" fmla="*/ 341 h 341"/>
                <a:gd name="T6" fmla="*/ 903 w 903"/>
                <a:gd name="T7" fmla="*/ 271 h 341"/>
                <a:gd name="T8" fmla="*/ 0 w 903"/>
                <a:gd name="T9" fmla="*/ 0 h 341"/>
                <a:gd name="T10" fmla="*/ 179 w 903"/>
                <a:gd name="T11" fmla="*/ 33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3" h="341">
                  <a:moveTo>
                    <a:pt x="179" y="336"/>
                  </a:moveTo>
                  <a:lnTo>
                    <a:pt x="182" y="341"/>
                  </a:lnTo>
                  <a:lnTo>
                    <a:pt x="243" y="341"/>
                  </a:lnTo>
                  <a:lnTo>
                    <a:pt x="903" y="271"/>
                  </a:lnTo>
                  <a:lnTo>
                    <a:pt x="0" y="0"/>
                  </a:lnTo>
                  <a:lnTo>
                    <a:pt x="179" y="336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4" name="Freeform 173"/>
            <p:cNvSpPr>
              <a:spLocks/>
            </p:cNvSpPr>
            <p:nvPr userDrawn="1"/>
          </p:nvSpPr>
          <p:spPr bwMode="auto">
            <a:xfrm>
              <a:off x="14062075" y="2792413"/>
              <a:ext cx="241300" cy="171450"/>
            </a:xfrm>
            <a:custGeom>
              <a:avLst/>
              <a:gdLst>
                <a:gd name="T0" fmla="*/ 152 w 152"/>
                <a:gd name="T1" fmla="*/ 108 h 108"/>
                <a:gd name="T2" fmla="*/ 133 w 152"/>
                <a:gd name="T3" fmla="*/ 9 h 108"/>
                <a:gd name="T4" fmla="*/ 131 w 152"/>
                <a:gd name="T5" fmla="*/ 0 h 108"/>
                <a:gd name="T6" fmla="*/ 0 w 152"/>
                <a:gd name="T7" fmla="*/ 0 h 108"/>
                <a:gd name="T8" fmla="*/ 13 w 152"/>
                <a:gd name="T9" fmla="*/ 9 h 108"/>
                <a:gd name="T10" fmla="*/ 152 w 152"/>
                <a:gd name="T11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108">
                  <a:moveTo>
                    <a:pt x="152" y="108"/>
                  </a:moveTo>
                  <a:lnTo>
                    <a:pt x="133" y="9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13" y="9"/>
                  </a:lnTo>
                  <a:lnTo>
                    <a:pt x="152" y="108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174"/>
            <p:cNvSpPr>
              <a:spLocks/>
            </p:cNvSpPr>
            <p:nvPr userDrawn="1"/>
          </p:nvSpPr>
          <p:spPr bwMode="auto">
            <a:xfrm>
              <a:off x="13903325" y="3136900"/>
              <a:ext cx="395288" cy="400050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Freeform 175"/>
            <p:cNvSpPr>
              <a:spLocks/>
            </p:cNvSpPr>
            <p:nvPr userDrawn="1"/>
          </p:nvSpPr>
          <p:spPr bwMode="auto">
            <a:xfrm>
              <a:off x="14747875" y="3143250"/>
              <a:ext cx="441325" cy="393700"/>
            </a:xfrm>
            <a:custGeom>
              <a:avLst/>
              <a:gdLst>
                <a:gd name="T0" fmla="*/ 200 w 278"/>
                <a:gd name="T1" fmla="*/ 0 h 248"/>
                <a:gd name="T2" fmla="*/ 139 w 278"/>
                <a:gd name="T3" fmla="*/ 169 h 248"/>
                <a:gd name="T4" fmla="*/ 77 w 278"/>
                <a:gd name="T5" fmla="*/ 0 h 248"/>
                <a:gd name="T6" fmla="*/ 0 w 278"/>
                <a:gd name="T7" fmla="*/ 0 h 248"/>
                <a:gd name="T8" fmla="*/ 102 w 278"/>
                <a:gd name="T9" fmla="*/ 248 h 248"/>
                <a:gd name="T10" fmla="*/ 176 w 278"/>
                <a:gd name="T11" fmla="*/ 248 h 248"/>
                <a:gd name="T12" fmla="*/ 278 w 278"/>
                <a:gd name="T13" fmla="*/ 0 h 248"/>
                <a:gd name="T14" fmla="*/ 200 w 278"/>
                <a:gd name="T15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248">
                  <a:moveTo>
                    <a:pt x="200" y="0"/>
                  </a:moveTo>
                  <a:lnTo>
                    <a:pt x="139" y="169"/>
                  </a:lnTo>
                  <a:lnTo>
                    <a:pt x="77" y="0"/>
                  </a:lnTo>
                  <a:lnTo>
                    <a:pt x="0" y="0"/>
                  </a:lnTo>
                  <a:lnTo>
                    <a:pt x="102" y="248"/>
                  </a:lnTo>
                  <a:lnTo>
                    <a:pt x="176" y="248"/>
                  </a:lnTo>
                  <a:lnTo>
                    <a:pt x="278" y="0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7" name="Freeform 176"/>
            <p:cNvSpPr>
              <a:spLocks noEditPoints="1"/>
            </p:cNvSpPr>
            <p:nvPr userDrawn="1"/>
          </p:nvSpPr>
          <p:spPr bwMode="auto">
            <a:xfrm>
              <a:off x="13454063" y="3136900"/>
              <a:ext cx="409575" cy="406400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8" name="Freeform 177"/>
            <p:cNvSpPr>
              <a:spLocks/>
            </p:cNvSpPr>
            <p:nvPr userDrawn="1"/>
          </p:nvSpPr>
          <p:spPr bwMode="auto">
            <a:xfrm>
              <a:off x="13087350" y="3025775"/>
              <a:ext cx="355600" cy="511175"/>
            </a:xfrm>
            <a:custGeom>
              <a:avLst/>
              <a:gdLst>
                <a:gd name="T0" fmla="*/ 224 w 224"/>
                <a:gd name="T1" fmla="*/ 259 h 322"/>
                <a:gd name="T2" fmla="*/ 69 w 224"/>
                <a:gd name="T3" fmla="*/ 259 h 322"/>
                <a:gd name="T4" fmla="*/ 69 w 224"/>
                <a:gd name="T5" fmla="*/ 0 h 322"/>
                <a:gd name="T6" fmla="*/ 0 w 224"/>
                <a:gd name="T7" fmla="*/ 0 h 322"/>
                <a:gd name="T8" fmla="*/ 0 w 224"/>
                <a:gd name="T9" fmla="*/ 322 h 322"/>
                <a:gd name="T10" fmla="*/ 224 w 224"/>
                <a:gd name="T11" fmla="*/ 322 h 322"/>
                <a:gd name="T12" fmla="*/ 224 w 224"/>
                <a:gd name="T13" fmla="*/ 259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4" h="322">
                  <a:moveTo>
                    <a:pt x="224" y="259"/>
                  </a:moveTo>
                  <a:lnTo>
                    <a:pt x="69" y="259"/>
                  </a:lnTo>
                  <a:lnTo>
                    <a:pt x="69" y="0"/>
                  </a:lnTo>
                  <a:lnTo>
                    <a:pt x="0" y="0"/>
                  </a:lnTo>
                  <a:lnTo>
                    <a:pt x="0" y="322"/>
                  </a:lnTo>
                  <a:lnTo>
                    <a:pt x="224" y="322"/>
                  </a:lnTo>
                  <a:lnTo>
                    <a:pt x="224" y="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9" name="Freeform 178"/>
            <p:cNvSpPr>
              <a:spLocks noEditPoints="1"/>
            </p:cNvSpPr>
            <p:nvPr userDrawn="1"/>
          </p:nvSpPr>
          <p:spPr bwMode="auto">
            <a:xfrm>
              <a:off x="15173325" y="3136900"/>
              <a:ext cx="422275" cy="406400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0" name="Freeform 179"/>
            <p:cNvSpPr>
              <a:spLocks noEditPoints="1"/>
            </p:cNvSpPr>
            <p:nvPr userDrawn="1"/>
          </p:nvSpPr>
          <p:spPr bwMode="auto">
            <a:xfrm>
              <a:off x="14341475" y="3136900"/>
              <a:ext cx="422275" cy="406400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77113680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/>
          <p:cNvGrpSpPr/>
          <p:nvPr userDrawn="1"/>
        </p:nvGrpSpPr>
        <p:grpSpPr>
          <a:xfrm>
            <a:off x="541190" y="2649538"/>
            <a:ext cx="9288143" cy="2092325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5" name="Freeform 5"/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9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grpSp>
        <p:nvGrpSpPr>
          <p:cNvPr id="17" name="Group 16"/>
          <p:cNvGrpSpPr/>
          <p:nvPr userDrawn="1"/>
        </p:nvGrpSpPr>
        <p:grpSpPr>
          <a:xfrm rot="16200000">
            <a:off x="10818191" y="3319794"/>
            <a:ext cx="2060313" cy="687305"/>
            <a:chOff x="12801600" y="2792413"/>
            <a:chExt cx="3070226" cy="1023937"/>
          </a:xfrm>
        </p:grpSpPr>
        <p:sp>
          <p:nvSpPr>
            <p:cNvPr id="18" name="Freeform 137"/>
            <p:cNvSpPr>
              <a:spLocks/>
            </p:cNvSpPr>
            <p:nvPr userDrawn="1"/>
          </p:nvSpPr>
          <p:spPr bwMode="auto">
            <a:xfrm>
              <a:off x="15401925" y="3484563"/>
              <a:ext cx="469900" cy="293687"/>
            </a:xfrm>
            <a:custGeom>
              <a:avLst/>
              <a:gdLst>
                <a:gd name="T0" fmla="*/ 295 w 296"/>
                <a:gd name="T1" fmla="*/ 0 h 185"/>
                <a:gd name="T2" fmla="*/ 0 w 296"/>
                <a:gd name="T3" fmla="*/ 2 h 185"/>
                <a:gd name="T4" fmla="*/ 108 w 296"/>
                <a:gd name="T5" fmla="*/ 185 h 185"/>
                <a:gd name="T6" fmla="*/ 295 w 296"/>
                <a:gd name="T7" fmla="*/ 128 h 185"/>
                <a:gd name="T8" fmla="*/ 296 w 296"/>
                <a:gd name="T9" fmla="*/ 128 h 185"/>
                <a:gd name="T10" fmla="*/ 296 w 296"/>
                <a:gd name="T11" fmla="*/ 0 h 185"/>
                <a:gd name="T12" fmla="*/ 295 w 296"/>
                <a:gd name="T13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185">
                  <a:moveTo>
                    <a:pt x="295" y="0"/>
                  </a:moveTo>
                  <a:lnTo>
                    <a:pt x="0" y="2"/>
                  </a:lnTo>
                  <a:lnTo>
                    <a:pt x="108" y="185"/>
                  </a:lnTo>
                  <a:lnTo>
                    <a:pt x="295" y="128"/>
                  </a:lnTo>
                  <a:lnTo>
                    <a:pt x="296" y="128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138"/>
            <p:cNvSpPr>
              <a:spLocks/>
            </p:cNvSpPr>
            <p:nvPr userDrawn="1"/>
          </p:nvSpPr>
          <p:spPr bwMode="auto">
            <a:xfrm>
              <a:off x="14303375" y="2792413"/>
              <a:ext cx="806450" cy="171450"/>
            </a:xfrm>
            <a:custGeom>
              <a:avLst/>
              <a:gdLst>
                <a:gd name="T0" fmla="*/ 100 w 508"/>
                <a:gd name="T1" fmla="*/ 9 h 108"/>
                <a:gd name="T2" fmla="*/ 0 w 508"/>
                <a:gd name="T3" fmla="*/ 108 h 108"/>
                <a:gd name="T4" fmla="*/ 465 w 508"/>
                <a:gd name="T5" fmla="*/ 9 h 108"/>
                <a:gd name="T6" fmla="*/ 508 w 508"/>
                <a:gd name="T7" fmla="*/ 0 h 108"/>
                <a:gd name="T8" fmla="*/ 109 w 508"/>
                <a:gd name="T9" fmla="*/ 0 h 108"/>
                <a:gd name="T10" fmla="*/ 100 w 508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8" h="108">
                  <a:moveTo>
                    <a:pt x="100" y="9"/>
                  </a:moveTo>
                  <a:lnTo>
                    <a:pt x="0" y="108"/>
                  </a:lnTo>
                  <a:lnTo>
                    <a:pt x="465" y="9"/>
                  </a:lnTo>
                  <a:lnTo>
                    <a:pt x="508" y="0"/>
                  </a:lnTo>
                  <a:lnTo>
                    <a:pt x="109" y="0"/>
                  </a:lnTo>
                  <a:lnTo>
                    <a:pt x="100" y="9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139"/>
            <p:cNvSpPr>
              <a:spLocks/>
            </p:cNvSpPr>
            <p:nvPr userDrawn="1"/>
          </p:nvSpPr>
          <p:spPr bwMode="auto">
            <a:xfrm>
              <a:off x="12812713" y="3275013"/>
              <a:ext cx="393700" cy="541337"/>
            </a:xfrm>
            <a:custGeom>
              <a:avLst/>
              <a:gdLst>
                <a:gd name="T0" fmla="*/ 66 w 248"/>
                <a:gd name="T1" fmla="*/ 0 h 341"/>
                <a:gd name="T2" fmla="*/ 3 w 248"/>
                <a:gd name="T3" fmla="*/ 329 h 341"/>
                <a:gd name="T4" fmla="*/ 0 w 248"/>
                <a:gd name="T5" fmla="*/ 341 h 341"/>
                <a:gd name="T6" fmla="*/ 3 w 248"/>
                <a:gd name="T7" fmla="*/ 341 h 341"/>
                <a:gd name="T8" fmla="*/ 192 w 248"/>
                <a:gd name="T9" fmla="*/ 341 h 341"/>
                <a:gd name="T10" fmla="*/ 248 w 248"/>
                <a:gd name="T11" fmla="*/ 341 h 341"/>
                <a:gd name="T12" fmla="*/ 245 w 248"/>
                <a:gd name="T13" fmla="*/ 336 h 341"/>
                <a:gd name="T14" fmla="*/ 66 w 248"/>
                <a:gd name="T15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8" h="341">
                  <a:moveTo>
                    <a:pt x="66" y="0"/>
                  </a:moveTo>
                  <a:lnTo>
                    <a:pt x="3" y="329"/>
                  </a:lnTo>
                  <a:lnTo>
                    <a:pt x="0" y="341"/>
                  </a:lnTo>
                  <a:lnTo>
                    <a:pt x="3" y="341"/>
                  </a:lnTo>
                  <a:lnTo>
                    <a:pt x="192" y="341"/>
                  </a:lnTo>
                  <a:lnTo>
                    <a:pt x="248" y="341"/>
                  </a:lnTo>
                  <a:lnTo>
                    <a:pt x="245" y="336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140"/>
            <p:cNvSpPr>
              <a:spLocks/>
            </p:cNvSpPr>
            <p:nvPr userDrawn="1"/>
          </p:nvSpPr>
          <p:spPr bwMode="auto">
            <a:xfrm>
              <a:off x="15241588" y="3487738"/>
              <a:ext cx="168275" cy="328612"/>
            </a:xfrm>
            <a:custGeom>
              <a:avLst/>
              <a:gdLst>
                <a:gd name="T0" fmla="*/ 101 w 106"/>
                <a:gd name="T1" fmla="*/ 0 h 207"/>
                <a:gd name="T2" fmla="*/ 0 w 106"/>
                <a:gd name="T3" fmla="*/ 171 h 207"/>
                <a:gd name="T4" fmla="*/ 20 w 106"/>
                <a:gd name="T5" fmla="*/ 207 h 207"/>
                <a:gd name="T6" fmla="*/ 106 w 106"/>
                <a:gd name="T7" fmla="*/ 207 h 207"/>
                <a:gd name="T8" fmla="*/ 101 w 106"/>
                <a:gd name="T9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207">
                  <a:moveTo>
                    <a:pt x="101" y="0"/>
                  </a:moveTo>
                  <a:lnTo>
                    <a:pt x="0" y="171"/>
                  </a:lnTo>
                  <a:lnTo>
                    <a:pt x="20" y="207"/>
                  </a:lnTo>
                  <a:lnTo>
                    <a:pt x="106" y="20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41"/>
            <p:cNvSpPr>
              <a:spLocks/>
            </p:cNvSpPr>
            <p:nvPr userDrawn="1"/>
          </p:nvSpPr>
          <p:spPr bwMode="auto">
            <a:xfrm>
              <a:off x="14303375" y="2963863"/>
              <a:ext cx="268288" cy="741362"/>
            </a:xfrm>
            <a:custGeom>
              <a:avLst/>
              <a:gdLst>
                <a:gd name="T0" fmla="*/ 30 w 169"/>
                <a:gd name="T1" fmla="*/ 467 h 467"/>
                <a:gd name="T2" fmla="*/ 169 w 169"/>
                <a:gd name="T3" fmla="*/ 103 h 467"/>
                <a:gd name="T4" fmla="*/ 0 w 169"/>
                <a:gd name="T5" fmla="*/ 0 h 467"/>
                <a:gd name="T6" fmla="*/ 30 w 169"/>
                <a:gd name="T7" fmla="*/ 46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9" h="467">
                  <a:moveTo>
                    <a:pt x="30" y="467"/>
                  </a:moveTo>
                  <a:lnTo>
                    <a:pt x="169" y="103"/>
                  </a:lnTo>
                  <a:lnTo>
                    <a:pt x="0" y="0"/>
                  </a:lnTo>
                  <a:lnTo>
                    <a:pt x="30" y="467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42"/>
            <p:cNvSpPr>
              <a:spLocks/>
            </p:cNvSpPr>
            <p:nvPr userDrawn="1"/>
          </p:nvSpPr>
          <p:spPr bwMode="auto">
            <a:xfrm>
              <a:off x="12801600" y="3275013"/>
              <a:ext cx="115888" cy="541337"/>
            </a:xfrm>
            <a:custGeom>
              <a:avLst/>
              <a:gdLst>
                <a:gd name="T0" fmla="*/ 0 w 73"/>
                <a:gd name="T1" fmla="*/ 82 h 341"/>
                <a:gd name="T2" fmla="*/ 0 w 73"/>
                <a:gd name="T3" fmla="*/ 341 h 341"/>
                <a:gd name="T4" fmla="*/ 6 w 73"/>
                <a:gd name="T5" fmla="*/ 341 h 341"/>
                <a:gd name="T6" fmla="*/ 7 w 73"/>
                <a:gd name="T7" fmla="*/ 341 h 341"/>
                <a:gd name="T8" fmla="*/ 10 w 73"/>
                <a:gd name="T9" fmla="*/ 329 h 341"/>
                <a:gd name="T10" fmla="*/ 73 w 73"/>
                <a:gd name="T11" fmla="*/ 0 h 341"/>
                <a:gd name="T12" fmla="*/ 10 w 73"/>
                <a:gd name="T13" fmla="*/ 71 h 341"/>
                <a:gd name="T14" fmla="*/ 0 w 73"/>
                <a:gd name="T15" fmla="*/ 8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341">
                  <a:moveTo>
                    <a:pt x="0" y="82"/>
                  </a:moveTo>
                  <a:lnTo>
                    <a:pt x="0" y="341"/>
                  </a:lnTo>
                  <a:lnTo>
                    <a:pt x="6" y="341"/>
                  </a:lnTo>
                  <a:lnTo>
                    <a:pt x="7" y="341"/>
                  </a:lnTo>
                  <a:lnTo>
                    <a:pt x="10" y="329"/>
                  </a:lnTo>
                  <a:lnTo>
                    <a:pt x="73" y="0"/>
                  </a:lnTo>
                  <a:lnTo>
                    <a:pt x="10" y="71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43"/>
            <p:cNvSpPr>
              <a:spLocks/>
            </p:cNvSpPr>
            <p:nvPr userDrawn="1"/>
          </p:nvSpPr>
          <p:spPr bwMode="auto">
            <a:xfrm>
              <a:off x="12917488" y="2963863"/>
              <a:ext cx="1385888" cy="311150"/>
            </a:xfrm>
            <a:custGeom>
              <a:avLst/>
              <a:gdLst>
                <a:gd name="T0" fmla="*/ 655 w 873"/>
                <a:gd name="T1" fmla="*/ 187 h 196"/>
                <a:gd name="T2" fmla="*/ 873 w 873"/>
                <a:gd name="T3" fmla="*/ 0 h 196"/>
                <a:gd name="T4" fmla="*/ 0 w 873"/>
                <a:gd name="T5" fmla="*/ 196 h 196"/>
                <a:gd name="T6" fmla="*/ 655 w 873"/>
                <a:gd name="T7" fmla="*/ 187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73" h="196">
                  <a:moveTo>
                    <a:pt x="655" y="187"/>
                  </a:moveTo>
                  <a:lnTo>
                    <a:pt x="873" y="0"/>
                  </a:lnTo>
                  <a:lnTo>
                    <a:pt x="0" y="196"/>
                  </a:lnTo>
                  <a:lnTo>
                    <a:pt x="655" y="187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144"/>
            <p:cNvSpPr>
              <a:spLocks/>
            </p:cNvSpPr>
            <p:nvPr userDrawn="1"/>
          </p:nvSpPr>
          <p:spPr bwMode="auto">
            <a:xfrm>
              <a:off x="14351000" y="2792413"/>
              <a:ext cx="822325" cy="912812"/>
            </a:xfrm>
            <a:custGeom>
              <a:avLst/>
              <a:gdLst>
                <a:gd name="T0" fmla="*/ 513 w 518"/>
                <a:gd name="T1" fmla="*/ 0 h 575"/>
                <a:gd name="T2" fmla="*/ 505 w 518"/>
                <a:gd name="T3" fmla="*/ 9 h 575"/>
                <a:gd name="T4" fmla="*/ 499 w 518"/>
                <a:gd name="T5" fmla="*/ 16 h 575"/>
                <a:gd name="T6" fmla="*/ 0 w 518"/>
                <a:gd name="T7" fmla="*/ 575 h 575"/>
                <a:gd name="T8" fmla="*/ 410 w 518"/>
                <a:gd name="T9" fmla="*/ 246 h 575"/>
                <a:gd name="T10" fmla="*/ 512 w 518"/>
                <a:gd name="T11" fmla="*/ 14 h 575"/>
                <a:gd name="T12" fmla="*/ 514 w 518"/>
                <a:gd name="T13" fmla="*/ 9 h 575"/>
                <a:gd name="T14" fmla="*/ 518 w 518"/>
                <a:gd name="T15" fmla="*/ 0 h 575"/>
                <a:gd name="T16" fmla="*/ 513 w 518"/>
                <a:gd name="T17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8" h="575">
                  <a:moveTo>
                    <a:pt x="513" y="0"/>
                  </a:moveTo>
                  <a:lnTo>
                    <a:pt x="505" y="9"/>
                  </a:lnTo>
                  <a:lnTo>
                    <a:pt x="499" y="16"/>
                  </a:lnTo>
                  <a:lnTo>
                    <a:pt x="0" y="575"/>
                  </a:lnTo>
                  <a:lnTo>
                    <a:pt x="410" y="246"/>
                  </a:lnTo>
                  <a:lnTo>
                    <a:pt x="512" y="14"/>
                  </a:lnTo>
                  <a:lnTo>
                    <a:pt x="514" y="9"/>
                  </a:lnTo>
                  <a:lnTo>
                    <a:pt x="518" y="0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45"/>
            <p:cNvSpPr>
              <a:spLocks/>
            </p:cNvSpPr>
            <p:nvPr userDrawn="1"/>
          </p:nvSpPr>
          <p:spPr bwMode="auto">
            <a:xfrm>
              <a:off x="12801600" y="3143250"/>
              <a:ext cx="115888" cy="131762"/>
            </a:xfrm>
            <a:custGeom>
              <a:avLst/>
              <a:gdLst>
                <a:gd name="T0" fmla="*/ 0 w 73"/>
                <a:gd name="T1" fmla="*/ 0 h 83"/>
                <a:gd name="T2" fmla="*/ 0 w 73"/>
                <a:gd name="T3" fmla="*/ 52 h 83"/>
                <a:gd name="T4" fmla="*/ 10 w 73"/>
                <a:gd name="T5" fmla="*/ 56 h 83"/>
                <a:gd name="T6" fmla="*/ 73 w 73"/>
                <a:gd name="T7" fmla="*/ 83 h 83"/>
                <a:gd name="T8" fmla="*/ 10 w 73"/>
                <a:gd name="T9" fmla="*/ 11 h 83"/>
                <a:gd name="T10" fmla="*/ 0 w 73"/>
                <a:gd name="T11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3">
                  <a:moveTo>
                    <a:pt x="0" y="0"/>
                  </a:moveTo>
                  <a:lnTo>
                    <a:pt x="0" y="52"/>
                  </a:lnTo>
                  <a:lnTo>
                    <a:pt x="10" y="56"/>
                  </a:lnTo>
                  <a:lnTo>
                    <a:pt x="73" y="83"/>
                  </a:lnTo>
                  <a:lnTo>
                    <a:pt x="1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46"/>
            <p:cNvSpPr>
              <a:spLocks/>
            </p:cNvSpPr>
            <p:nvPr userDrawn="1"/>
          </p:nvSpPr>
          <p:spPr bwMode="auto">
            <a:xfrm>
              <a:off x="15228888" y="2792413"/>
              <a:ext cx="642938" cy="136525"/>
            </a:xfrm>
            <a:custGeom>
              <a:avLst/>
              <a:gdLst>
                <a:gd name="T0" fmla="*/ 404 w 405"/>
                <a:gd name="T1" fmla="*/ 0 h 86"/>
                <a:gd name="T2" fmla="*/ 40 w 405"/>
                <a:gd name="T3" fmla="*/ 0 h 86"/>
                <a:gd name="T4" fmla="*/ 0 w 405"/>
                <a:gd name="T5" fmla="*/ 0 h 86"/>
                <a:gd name="T6" fmla="*/ 14 w 405"/>
                <a:gd name="T7" fmla="*/ 4 h 86"/>
                <a:gd name="T8" fmla="*/ 30 w 405"/>
                <a:gd name="T9" fmla="*/ 9 h 86"/>
                <a:gd name="T10" fmla="*/ 290 w 405"/>
                <a:gd name="T11" fmla="*/ 86 h 86"/>
                <a:gd name="T12" fmla="*/ 404 w 405"/>
                <a:gd name="T13" fmla="*/ 44 h 86"/>
                <a:gd name="T14" fmla="*/ 405 w 405"/>
                <a:gd name="T15" fmla="*/ 43 h 86"/>
                <a:gd name="T16" fmla="*/ 405 w 405"/>
                <a:gd name="T17" fmla="*/ 9 h 86"/>
                <a:gd name="T18" fmla="*/ 405 w 405"/>
                <a:gd name="T19" fmla="*/ 0 h 86"/>
                <a:gd name="T20" fmla="*/ 404 w 405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5" h="86">
                  <a:moveTo>
                    <a:pt x="404" y="0"/>
                  </a:moveTo>
                  <a:lnTo>
                    <a:pt x="40" y="0"/>
                  </a:lnTo>
                  <a:lnTo>
                    <a:pt x="0" y="0"/>
                  </a:lnTo>
                  <a:lnTo>
                    <a:pt x="14" y="4"/>
                  </a:lnTo>
                  <a:lnTo>
                    <a:pt x="30" y="9"/>
                  </a:lnTo>
                  <a:lnTo>
                    <a:pt x="290" y="86"/>
                  </a:lnTo>
                  <a:lnTo>
                    <a:pt x="404" y="44"/>
                  </a:lnTo>
                  <a:lnTo>
                    <a:pt x="405" y="43"/>
                  </a:lnTo>
                  <a:lnTo>
                    <a:pt x="405" y="9"/>
                  </a:lnTo>
                  <a:lnTo>
                    <a:pt x="405" y="0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47"/>
            <p:cNvSpPr>
              <a:spLocks/>
            </p:cNvSpPr>
            <p:nvPr userDrawn="1"/>
          </p:nvSpPr>
          <p:spPr bwMode="auto">
            <a:xfrm>
              <a:off x="12917488" y="3260725"/>
              <a:ext cx="1433513" cy="444500"/>
            </a:xfrm>
            <a:custGeom>
              <a:avLst/>
              <a:gdLst>
                <a:gd name="T0" fmla="*/ 0 w 903"/>
                <a:gd name="T1" fmla="*/ 9 h 280"/>
                <a:gd name="T2" fmla="*/ 903 w 903"/>
                <a:gd name="T3" fmla="*/ 280 h 280"/>
                <a:gd name="T4" fmla="*/ 655 w 903"/>
                <a:gd name="T5" fmla="*/ 0 h 280"/>
                <a:gd name="T6" fmla="*/ 0 w 903"/>
                <a:gd name="T7" fmla="*/ 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3" h="280">
                  <a:moveTo>
                    <a:pt x="0" y="9"/>
                  </a:moveTo>
                  <a:lnTo>
                    <a:pt x="903" y="280"/>
                  </a:lnTo>
                  <a:lnTo>
                    <a:pt x="655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148"/>
            <p:cNvSpPr>
              <a:spLocks/>
            </p:cNvSpPr>
            <p:nvPr userDrawn="1"/>
          </p:nvSpPr>
          <p:spPr bwMode="auto">
            <a:xfrm>
              <a:off x="14303375" y="2792413"/>
              <a:ext cx="173038" cy="171450"/>
            </a:xfrm>
            <a:custGeom>
              <a:avLst/>
              <a:gdLst>
                <a:gd name="T0" fmla="*/ 109 w 109"/>
                <a:gd name="T1" fmla="*/ 0 h 108"/>
                <a:gd name="T2" fmla="*/ 26 w 109"/>
                <a:gd name="T3" fmla="*/ 0 h 108"/>
                <a:gd name="T4" fmla="*/ 24 w 109"/>
                <a:gd name="T5" fmla="*/ 9 h 108"/>
                <a:gd name="T6" fmla="*/ 0 w 109"/>
                <a:gd name="T7" fmla="*/ 108 h 108"/>
                <a:gd name="T8" fmla="*/ 100 w 109"/>
                <a:gd name="T9" fmla="*/ 9 h 108"/>
                <a:gd name="T10" fmla="*/ 109 w 109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" h="108">
                  <a:moveTo>
                    <a:pt x="109" y="0"/>
                  </a:moveTo>
                  <a:lnTo>
                    <a:pt x="26" y="0"/>
                  </a:lnTo>
                  <a:lnTo>
                    <a:pt x="24" y="9"/>
                  </a:lnTo>
                  <a:lnTo>
                    <a:pt x="0" y="108"/>
                  </a:lnTo>
                  <a:lnTo>
                    <a:pt x="100" y="9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149"/>
            <p:cNvSpPr>
              <a:spLocks/>
            </p:cNvSpPr>
            <p:nvPr userDrawn="1"/>
          </p:nvSpPr>
          <p:spPr bwMode="auto">
            <a:xfrm>
              <a:off x="14351000" y="3487738"/>
              <a:ext cx="1050925" cy="271462"/>
            </a:xfrm>
            <a:custGeom>
              <a:avLst/>
              <a:gdLst>
                <a:gd name="T0" fmla="*/ 561 w 662"/>
                <a:gd name="T1" fmla="*/ 171 h 171"/>
                <a:gd name="T2" fmla="*/ 662 w 662"/>
                <a:gd name="T3" fmla="*/ 0 h 171"/>
                <a:gd name="T4" fmla="*/ 0 w 662"/>
                <a:gd name="T5" fmla="*/ 137 h 171"/>
                <a:gd name="T6" fmla="*/ 561 w 662"/>
                <a:gd name="T7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171">
                  <a:moveTo>
                    <a:pt x="561" y="171"/>
                  </a:moveTo>
                  <a:lnTo>
                    <a:pt x="662" y="0"/>
                  </a:lnTo>
                  <a:lnTo>
                    <a:pt x="0" y="137"/>
                  </a:lnTo>
                  <a:lnTo>
                    <a:pt x="561" y="171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50"/>
            <p:cNvSpPr>
              <a:spLocks/>
            </p:cNvSpPr>
            <p:nvPr userDrawn="1"/>
          </p:nvSpPr>
          <p:spPr bwMode="auto">
            <a:xfrm>
              <a:off x="12801600" y="3275013"/>
              <a:ext cx="115888" cy="130175"/>
            </a:xfrm>
            <a:custGeom>
              <a:avLst/>
              <a:gdLst>
                <a:gd name="T0" fmla="*/ 0 w 73"/>
                <a:gd name="T1" fmla="*/ 29 h 82"/>
                <a:gd name="T2" fmla="*/ 0 w 73"/>
                <a:gd name="T3" fmla="*/ 82 h 82"/>
                <a:gd name="T4" fmla="*/ 10 w 73"/>
                <a:gd name="T5" fmla="*/ 71 h 82"/>
                <a:gd name="T6" fmla="*/ 73 w 73"/>
                <a:gd name="T7" fmla="*/ 0 h 82"/>
                <a:gd name="T8" fmla="*/ 10 w 73"/>
                <a:gd name="T9" fmla="*/ 25 h 82"/>
                <a:gd name="T10" fmla="*/ 0 w 73"/>
                <a:gd name="T11" fmla="*/ 29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82">
                  <a:moveTo>
                    <a:pt x="0" y="29"/>
                  </a:moveTo>
                  <a:lnTo>
                    <a:pt x="0" y="82"/>
                  </a:lnTo>
                  <a:lnTo>
                    <a:pt x="10" y="71"/>
                  </a:lnTo>
                  <a:lnTo>
                    <a:pt x="73" y="0"/>
                  </a:lnTo>
                  <a:lnTo>
                    <a:pt x="10" y="25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51"/>
            <p:cNvSpPr>
              <a:spLocks/>
            </p:cNvSpPr>
            <p:nvPr userDrawn="1"/>
          </p:nvSpPr>
          <p:spPr bwMode="auto">
            <a:xfrm>
              <a:off x="12801600" y="2792413"/>
              <a:ext cx="322263" cy="482600"/>
            </a:xfrm>
            <a:custGeom>
              <a:avLst/>
              <a:gdLst>
                <a:gd name="T0" fmla="*/ 203 w 203"/>
                <a:gd name="T1" fmla="*/ 0 h 304"/>
                <a:gd name="T2" fmla="*/ 0 w 203"/>
                <a:gd name="T3" fmla="*/ 0 h 304"/>
                <a:gd name="T4" fmla="*/ 0 w 203"/>
                <a:gd name="T5" fmla="*/ 98 h 304"/>
                <a:gd name="T6" fmla="*/ 10 w 203"/>
                <a:gd name="T7" fmla="*/ 126 h 304"/>
                <a:gd name="T8" fmla="*/ 73 w 203"/>
                <a:gd name="T9" fmla="*/ 304 h 304"/>
                <a:gd name="T10" fmla="*/ 199 w 203"/>
                <a:gd name="T11" fmla="*/ 9 h 304"/>
                <a:gd name="T12" fmla="*/ 203 w 203"/>
                <a:gd name="T1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304">
                  <a:moveTo>
                    <a:pt x="203" y="0"/>
                  </a:moveTo>
                  <a:lnTo>
                    <a:pt x="0" y="0"/>
                  </a:lnTo>
                  <a:lnTo>
                    <a:pt x="0" y="98"/>
                  </a:lnTo>
                  <a:lnTo>
                    <a:pt x="10" y="126"/>
                  </a:lnTo>
                  <a:lnTo>
                    <a:pt x="73" y="304"/>
                  </a:lnTo>
                  <a:lnTo>
                    <a:pt x="199" y="9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52"/>
            <p:cNvSpPr>
              <a:spLocks/>
            </p:cNvSpPr>
            <p:nvPr userDrawn="1"/>
          </p:nvSpPr>
          <p:spPr bwMode="auto">
            <a:xfrm>
              <a:off x="14351000" y="2792413"/>
              <a:ext cx="814388" cy="912812"/>
            </a:xfrm>
            <a:custGeom>
              <a:avLst/>
              <a:gdLst>
                <a:gd name="T0" fmla="*/ 490 w 513"/>
                <a:gd name="T1" fmla="*/ 9 h 575"/>
                <a:gd name="T2" fmla="*/ 468 w 513"/>
                <a:gd name="T3" fmla="*/ 22 h 575"/>
                <a:gd name="T4" fmla="*/ 139 w 513"/>
                <a:gd name="T5" fmla="*/ 211 h 575"/>
                <a:gd name="T6" fmla="*/ 0 w 513"/>
                <a:gd name="T7" fmla="*/ 575 h 575"/>
                <a:gd name="T8" fmla="*/ 499 w 513"/>
                <a:gd name="T9" fmla="*/ 16 h 575"/>
                <a:gd name="T10" fmla="*/ 505 w 513"/>
                <a:gd name="T11" fmla="*/ 9 h 575"/>
                <a:gd name="T12" fmla="*/ 513 w 513"/>
                <a:gd name="T13" fmla="*/ 0 h 575"/>
                <a:gd name="T14" fmla="*/ 505 w 513"/>
                <a:gd name="T15" fmla="*/ 0 h 575"/>
                <a:gd name="T16" fmla="*/ 490 w 513"/>
                <a:gd name="T17" fmla="*/ 9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3" h="575">
                  <a:moveTo>
                    <a:pt x="490" y="9"/>
                  </a:moveTo>
                  <a:lnTo>
                    <a:pt x="468" y="22"/>
                  </a:lnTo>
                  <a:lnTo>
                    <a:pt x="139" y="211"/>
                  </a:lnTo>
                  <a:lnTo>
                    <a:pt x="0" y="575"/>
                  </a:lnTo>
                  <a:lnTo>
                    <a:pt x="499" y="16"/>
                  </a:lnTo>
                  <a:lnTo>
                    <a:pt x="505" y="9"/>
                  </a:lnTo>
                  <a:lnTo>
                    <a:pt x="513" y="0"/>
                  </a:lnTo>
                  <a:lnTo>
                    <a:pt x="505" y="0"/>
                  </a:lnTo>
                  <a:lnTo>
                    <a:pt x="490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4" name="Freeform 153"/>
            <p:cNvSpPr>
              <a:spLocks/>
            </p:cNvSpPr>
            <p:nvPr userDrawn="1"/>
          </p:nvSpPr>
          <p:spPr bwMode="auto">
            <a:xfrm>
              <a:off x="15184438" y="2792413"/>
              <a:ext cx="504825" cy="695325"/>
            </a:xfrm>
            <a:custGeom>
              <a:avLst/>
              <a:gdLst>
                <a:gd name="T0" fmla="*/ 58 w 318"/>
                <a:gd name="T1" fmla="*/ 9 h 438"/>
                <a:gd name="T2" fmla="*/ 42 w 318"/>
                <a:gd name="T3" fmla="*/ 4 h 438"/>
                <a:gd name="T4" fmla="*/ 28 w 318"/>
                <a:gd name="T5" fmla="*/ 0 h 438"/>
                <a:gd name="T6" fmla="*/ 0 w 318"/>
                <a:gd name="T7" fmla="*/ 0 h 438"/>
                <a:gd name="T8" fmla="*/ 3 w 318"/>
                <a:gd name="T9" fmla="*/ 9 h 438"/>
                <a:gd name="T10" fmla="*/ 3 w 318"/>
                <a:gd name="T11" fmla="*/ 11 h 438"/>
                <a:gd name="T12" fmla="*/ 137 w 318"/>
                <a:gd name="T13" fmla="*/ 438 h 438"/>
                <a:gd name="T14" fmla="*/ 318 w 318"/>
                <a:gd name="T15" fmla="*/ 86 h 438"/>
                <a:gd name="T16" fmla="*/ 58 w 318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8" h="438">
                  <a:moveTo>
                    <a:pt x="58" y="9"/>
                  </a:moveTo>
                  <a:lnTo>
                    <a:pt x="42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3" y="9"/>
                  </a:lnTo>
                  <a:lnTo>
                    <a:pt x="3" y="11"/>
                  </a:lnTo>
                  <a:lnTo>
                    <a:pt x="137" y="438"/>
                  </a:lnTo>
                  <a:lnTo>
                    <a:pt x="318" y="86"/>
                  </a:lnTo>
                  <a:lnTo>
                    <a:pt x="58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5" name="Freeform 154"/>
            <p:cNvSpPr>
              <a:spLocks/>
            </p:cNvSpPr>
            <p:nvPr userDrawn="1"/>
          </p:nvSpPr>
          <p:spPr bwMode="auto">
            <a:xfrm>
              <a:off x="13995400" y="3705225"/>
              <a:ext cx="639763" cy="111125"/>
            </a:xfrm>
            <a:custGeom>
              <a:avLst/>
              <a:gdLst>
                <a:gd name="T0" fmla="*/ 403 w 403"/>
                <a:gd name="T1" fmla="*/ 70 h 70"/>
                <a:gd name="T2" fmla="*/ 224 w 403"/>
                <a:gd name="T3" fmla="*/ 0 h 70"/>
                <a:gd name="T4" fmla="*/ 0 w 403"/>
                <a:gd name="T5" fmla="*/ 70 h 70"/>
                <a:gd name="T6" fmla="*/ 403 w 403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3" h="70">
                  <a:moveTo>
                    <a:pt x="403" y="70"/>
                  </a:moveTo>
                  <a:lnTo>
                    <a:pt x="224" y="0"/>
                  </a:lnTo>
                  <a:lnTo>
                    <a:pt x="0" y="70"/>
                  </a:lnTo>
                  <a:lnTo>
                    <a:pt x="403" y="7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6" name="Freeform 155"/>
            <p:cNvSpPr>
              <a:spLocks/>
            </p:cNvSpPr>
            <p:nvPr userDrawn="1"/>
          </p:nvSpPr>
          <p:spPr bwMode="auto">
            <a:xfrm>
              <a:off x="12801600" y="2949575"/>
              <a:ext cx="115888" cy="325437"/>
            </a:xfrm>
            <a:custGeom>
              <a:avLst/>
              <a:gdLst>
                <a:gd name="T0" fmla="*/ 0 w 73"/>
                <a:gd name="T1" fmla="*/ 0 h 205"/>
                <a:gd name="T2" fmla="*/ 0 w 73"/>
                <a:gd name="T3" fmla="*/ 122 h 205"/>
                <a:gd name="T4" fmla="*/ 10 w 73"/>
                <a:gd name="T5" fmla="*/ 133 h 205"/>
                <a:gd name="T6" fmla="*/ 73 w 73"/>
                <a:gd name="T7" fmla="*/ 205 h 205"/>
                <a:gd name="T8" fmla="*/ 10 w 73"/>
                <a:gd name="T9" fmla="*/ 28 h 205"/>
                <a:gd name="T10" fmla="*/ 0 w 73"/>
                <a:gd name="T11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205">
                  <a:moveTo>
                    <a:pt x="0" y="0"/>
                  </a:moveTo>
                  <a:lnTo>
                    <a:pt x="0" y="122"/>
                  </a:lnTo>
                  <a:lnTo>
                    <a:pt x="10" y="133"/>
                  </a:lnTo>
                  <a:lnTo>
                    <a:pt x="73" y="205"/>
                  </a:lnTo>
                  <a:lnTo>
                    <a:pt x="1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7" name="Freeform 156"/>
            <p:cNvSpPr>
              <a:spLocks/>
            </p:cNvSpPr>
            <p:nvPr userDrawn="1"/>
          </p:nvSpPr>
          <p:spPr bwMode="auto">
            <a:xfrm>
              <a:off x="13708063" y="2792413"/>
              <a:ext cx="595313" cy="171450"/>
            </a:xfrm>
            <a:custGeom>
              <a:avLst/>
              <a:gdLst>
                <a:gd name="T0" fmla="*/ 236 w 375"/>
                <a:gd name="T1" fmla="*/ 9 h 108"/>
                <a:gd name="T2" fmla="*/ 223 w 375"/>
                <a:gd name="T3" fmla="*/ 0 h 108"/>
                <a:gd name="T4" fmla="*/ 0 w 375"/>
                <a:gd name="T5" fmla="*/ 0 h 108"/>
                <a:gd name="T6" fmla="*/ 31 w 375"/>
                <a:gd name="T7" fmla="*/ 9 h 108"/>
                <a:gd name="T8" fmla="*/ 375 w 375"/>
                <a:gd name="T9" fmla="*/ 108 h 108"/>
                <a:gd name="T10" fmla="*/ 236 w 375"/>
                <a:gd name="T11" fmla="*/ 9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5" h="108">
                  <a:moveTo>
                    <a:pt x="236" y="9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31" y="9"/>
                  </a:lnTo>
                  <a:lnTo>
                    <a:pt x="375" y="108"/>
                  </a:lnTo>
                  <a:lnTo>
                    <a:pt x="236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8" name="Freeform 157"/>
            <p:cNvSpPr>
              <a:spLocks/>
            </p:cNvSpPr>
            <p:nvPr userDrawn="1"/>
          </p:nvSpPr>
          <p:spPr bwMode="auto">
            <a:xfrm>
              <a:off x="15401925" y="2860675"/>
              <a:ext cx="469900" cy="627062"/>
            </a:xfrm>
            <a:custGeom>
              <a:avLst/>
              <a:gdLst>
                <a:gd name="T0" fmla="*/ 295 w 296"/>
                <a:gd name="T1" fmla="*/ 1 h 395"/>
                <a:gd name="T2" fmla="*/ 181 w 296"/>
                <a:gd name="T3" fmla="*/ 43 h 395"/>
                <a:gd name="T4" fmla="*/ 0 w 296"/>
                <a:gd name="T5" fmla="*/ 395 h 395"/>
                <a:gd name="T6" fmla="*/ 295 w 296"/>
                <a:gd name="T7" fmla="*/ 120 h 395"/>
                <a:gd name="T8" fmla="*/ 296 w 296"/>
                <a:gd name="T9" fmla="*/ 119 h 395"/>
                <a:gd name="T10" fmla="*/ 296 w 296"/>
                <a:gd name="T11" fmla="*/ 0 h 395"/>
                <a:gd name="T12" fmla="*/ 295 w 296"/>
                <a:gd name="T13" fmla="*/ 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395">
                  <a:moveTo>
                    <a:pt x="295" y="1"/>
                  </a:moveTo>
                  <a:lnTo>
                    <a:pt x="181" y="43"/>
                  </a:lnTo>
                  <a:lnTo>
                    <a:pt x="0" y="395"/>
                  </a:lnTo>
                  <a:lnTo>
                    <a:pt x="295" y="120"/>
                  </a:lnTo>
                  <a:lnTo>
                    <a:pt x="296" y="119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9" name="Freeform 158"/>
            <p:cNvSpPr>
              <a:spLocks/>
            </p:cNvSpPr>
            <p:nvPr userDrawn="1"/>
          </p:nvSpPr>
          <p:spPr bwMode="auto">
            <a:xfrm>
              <a:off x="15552738" y="3687763"/>
              <a:ext cx="319088" cy="128587"/>
            </a:xfrm>
            <a:custGeom>
              <a:avLst/>
              <a:gdLst>
                <a:gd name="T0" fmla="*/ 13 w 201"/>
                <a:gd name="T1" fmla="*/ 57 h 81"/>
                <a:gd name="T2" fmla="*/ 0 w 201"/>
                <a:gd name="T3" fmla="*/ 81 h 81"/>
                <a:gd name="T4" fmla="*/ 200 w 201"/>
                <a:gd name="T5" fmla="*/ 81 h 81"/>
                <a:gd name="T6" fmla="*/ 201 w 201"/>
                <a:gd name="T7" fmla="*/ 81 h 81"/>
                <a:gd name="T8" fmla="*/ 201 w 201"/>
                <a:gd name="T9" fmla="*/ 0 h 81"/>
                <a:gd name="T10" fmla="*/ 200 w 201"/>
                <a:gd name="T11" fmla="*/ 0 h 81"/>
                <a:gd name="T12" fmla="*/ 13 w 201"/>
                <a:gd name="T13" fmla="*/ 5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1" h="81">
                  <a:moveTo>
                    <a:pt x="13" y="57"/>
                  </a:moveTo>
                  <a:lnTo>
                    <a:pt x="0" y="81"/>
                  </a:lnTo>
                  <a:lnTo>
                    <a:pt x="200" y="81"/>
                  </a:lnTo>
                  <a:lnTo>
                    <a:pt x="201" y="81"/>
                  </a:lnTo>
                  <a:lnTo>
                    <a:pt x="201" y="0"/>
                  </a:lnTo>
                  <a:lnTo>
                    <a:pt x="200" y="0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0" name="Freeform 159"/>
            <p:cNvSpPr>
              <a:spLocks/>
            </p:cNvSpPr>
            <p:nvPr userDrawn="1"/>
          </p:nvSpPr>
          <p:spPr bwMode="auto">
            <a:xfrm>
              <a:off x="13303250" y="3705225"/>
              <a:ext cx="1047750" cy="111125"/>
            </a:xfrm>
            <a:custGeom>
              <a:avLst/>
              <a:gdLst>
                <a:gd name="T0" fmla="*/ 436 w 660"/>
                <a:gd name="T1" fmla="*/ 70 h 70"/>
                <a:gd name="T2" fmla="*/ 660 w 660"/>
                <a:gd name="T3" fmla="*/ 0 h 70"/>
                <a:gd name="T4" fmla="*/ 0 w 660"/>
                <a:gd name="T5" fmla="*/ 70 h 70"/>
                <a:gd name="T6" fmla="*/ 436 w 660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0" h="70">
                  <a:moveTo>
                    <a:pt x="436" y="70"/>
                  </a:moveTo>
                  <a:lnTo>
                    <a:pt x="660" y="0"/>
                  </a:lnTo>
                  <a:lnTo>
                    <a:pt x="0" y="70"/>
                  </a:lnTo>
                  <a:lnTo>
                    <a:pt x="436" y="7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1" name="Freeform 160"/>
            <p:cNvSpPr>
              <a:spLocks/>
            </p:cNvSpPr>
            <p:nvPr userDrawn="1"/>
          </p:nvSpPr>
          <p:spPr bwMode="auto">
            <a:xfrm>
              <a:off x="12917488" y="2792413"/>
              <a:ext cx="555625" cy="482600"/>
            </a:xfrm>
            <a:custGeom>
              <a:avLst/>
              <a:gdLst>
                <a:gd name="T0" fmla="*/ 350 w 350"/>
                <a:gd name="T1" fmla="*/ 0 h 304"/>
                <a:gd name="T2" fmla="*/ 130 w 350"/>
                <a:gd name="T3" fmla="*/ 0 h 304"/>
                <a:gd name="T4" fmla="*/ 126 w 350"/>
                <a:gd name="T5" fmla="*/ 9 h 304"/>
                <a:gd name="T6" fmla="*/ 0 w 350"/>
                <a:gd name="T7" fmla="*/ 304 h 304"/>
                <a:gd name="T8" fmla="*/ 339 w 350"/>
                <a:gd name="T9" fmla="*/ 9 h 304"/>
                <a:gd name="T10" fmla="*/ 350 w 350"/>
                <a:gd name="T11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" h="304">
                  <a:moveTo>
                    <a:pt x="350" y="0"/>
                  </a:moveTo>
                  <a:lnTo>
                    <a:pt x="130" y="0"/>
                  </a:lnTo>
                  <a:lnTo>
                    <a:pt x="126" y="9"/>
                  </a:lnTo>
                  <a:lnTo>
                    <a:pt x="0" y="304"/>
                  </a:lnTo>
                  <a:lnTo>
                    <a:pt x="339" y="9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2" name="Freeform 161"/>
            <p:cNvSpPr>
              <a:spLocks/>
            </p:cNvSpPr>
            <p:nvPr userDrawn="1"/>
          </p:nvSpPr>
          <p:spPr bwMode="auto">
            <a:xfrm>
              <a:off x="15401925" y="3276600"/>
              <a:ext cx="469900" cy="211137"/>
            </a:xfrm>
            <a:custGeom>
              <a:avLst/>
              <a:gdLst>
                <a:gd name="T0" fmla="*/ 295 w 296"/>
                <a:gd name="T1" fmla="*/ 0 h 133"/>
                <a:gd name="T2" fmla="*/ 0 w 296"/>
                <a:gd name="T3" fmla="*/ 133 h 133"/>
                <a:gd name="T4" fmla="*/ 295 w 296"/>
                <a:gd name="T5" fmla="*/ 131 h 133"/>
                <a:gd name="T6" fmla="*/ 296 w 296"/>
                <a:gd name="T7" fmla="*/ 131 h 133"/>
                <a:gd name="T8" fmla="*/ 296 w 296"/>
                <a:gd name="T9" fmla="*/ 0 h 133"/>
                <a:gd name="T10" fmla="*/ 295 w 296"/>
                <a:gd name="T11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133">
                  <a:moveTo>
                    <a:pt x="295" y="0"/>
                  </a:moveTo>
                  <a:lnTo>
                    <a:pt x="0" y="133"/>
                  </a:lnTo>
                  <a:lnTo>
                    <a:pt x="295" y="131"/>
                  </a:lnTo>
                  <a:lnTo>
                    <a:pt x="296" y="131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3" name="Freeform 162"/>
            <p:cNvSpPr>
              <a:spLocks/>
            </p:cNvSpPr>
            <p:nvPr userDrawn="1"/>
          </p:nvSpPr>
          <p:spPr bwMode="auto">
            <a:xfrm>
              <a:off x="14303375" y="2792413"/>
              <a:ext cx="849313" cy="334962"/>
            </a:xfrm>
            <a:custGeom>
              <a:avLst/>
              <a:gdLst>
                <a:gd name="T0" fmla="*/ 498 w 535"/>
                <a:gd name="T1" fmla="*/ 22 h 211"/>
                <a:gd name="T2" fmla="*/ 520 w 535"/>
                <a:gd name="T3" fmla="*/ 9 h 211"/>
                <a:gd name="T4" fmla="*/ 535 w 535"/>
                <a:gd name="T5" fmla="*/ 0 h 211"/>
                <a:gd name="T6" fmla="*/ 508 w 535"/>
                <a:gd name="T7" fmla="*/ 0 h 211"/>
                <a:gd name="T8" fmla="*/ 465 w 535"/>
                <a:gd name="T9" fmla="*/ 9 h 211"/>
                <a:gd name="T10" fmla="*/ 0 w 535"/>
                <a:gd name="T11" fmla="*/ 108 h 211"/>
                <a:gd name="T12" fmla="*/ 169 w 535"/>
                <a:gd name="T13" fmla="*/ 211 h 211"/>
                <a:gd name="T14" fmla="*/ 498 w 535"/>
                <a:gd name="T15" fmla="*/ 22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5" h="211">
                  <a:moveTo>
                    <a:pt x="498" y="22"/>
                  </a:moveTo>
                  <a:lnTo>
                    <a:pt x="520" y="9"/>
                  </a:lnTo>
                  <a:lnTo>
                    <a:pt x="535" y="0"/>
                  </a:lnTo>
                  <a:lnTo>
                    <a:pt x="508" y="0"/>
                  </a:lnTo>
                  <a:lnTo>
                    <a:pt x="465" y="9"/>
                  </a:lnTo>
                  <a:lnTo>
                    <a:pt x="0" y="108"/>
                  </a:lnTo>
                  <a:lnTo>
                    <a:pt x="169" y="211"/>
                  </a:lnTo>
                  <a:lnTo>
                    <a:pt x="498" y="22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4" name="Freeform 163"/>
            <p:cNvSpPr>
              <a:spLocks/>
            </p:cNvSpPr>
            <p:nvPr userDrawn="1"/>
          </p:nvSpPr>
          <p:spPr bwMode="auto">
            <a:xfrm>
              <a:off x="14270038" y="2792413"/>
              <a:ext cx="74613" cy="171450"/>
            </a:xfrm>
            <a:custGeom>
              <a:avLst/>
              <a:gdLst>
                <a:gd name="T0" fmla="*/ 47 w 47"/>
                <a:gd name="T1" fmla="*/ 0 h 108"/>
                <a:gd name="T2" fmla="*/ 0 w 47"/>
                <a:gd name="T3" fmla="*/ 0 h 108"/>
                <a:gd name="T4" fmla="*/ 2 w 47"/>
                <a:gd name="T5" fmla="*/ 9 h 108"/>
                <a:gd name="T6" fmla="*/ 21 w 47"/>
                <a:gd name="T7" fmla="*/ 108 h 108"/>
                <a:gd name="T8" fmla="*/ 45 w 47"/>
                <a:gd name="T9" fmla="*/ 9 h 108"/>
                <a:gd name="T10" fmla="*/ 47 w 47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108">
                  <a:moveTo>
                    <a:pt x="47" y="0"/>
                  </a:moveTo>
                  <a:lnTo>
                    <a:pt x="0" y="0"/>
                  </a:lnTo>
                  <a:lnTo>
                    <a:pt x="2" y="9"/>
                  </a:lnTo>
                  <a:lnTo>
                    <a:pt x="21" y="108"/>
                  </a:lnTo>
                  <a:lnTo>
                    <a:pt x="45" y="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5" name="Freeform 164"/>
            <p:cNvSpPr>
              <a:spLocks/>
            </p:cNvSpPr>
            <p:nvPr userDrawn="1"/>
          </p:nvSpPr>
          <p:spPr bwMode="auto">
            <a:xfrm>
              <a:off x="14351000" y="3182938"/>
              <a:ext cx="1050925" cy="522287"/>
            </a:xfrm>
            <a:custGeom>
              <a:avLst/>
              <a:gdLst>
                <a:gd name="T0" fmla="*/ 0 w 662"/>
                <a:gd name="T1" fmla="*/ 329 h 329"/>
                <a:gd name="T2" fmla="*/ 662 w 662"/>
                <a:gd name="T3" fmla="*/ 192 h 329"/>
                <a:gd name="T4" fmla="*/ 410 w 662"/>
                <a:gd name="T5" fmla="*/ 0 h 329"/>
                <a:gd name="T6" fmla="*/ 0 w 662"/>
                <a:gd name="T7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2" h="329">
                  <a:moveTo>
                    <a:pt x="0" y="329"/>
                  </a:moveTo>
                  <a:lnTo>
                    <a:pt x="662" y="192"/>
                  </a:lnTo>
                  <a:lnTo>
                    <a:pt x="410" y="0"/>
                  </a:lnTo>
                  <a:lnTo>
                    <a:pt x="0" y="329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6" name="Freeform 165"/>
            <p:cNvSpPr>
              <a:spLocks/>
            </p:cNvSpPr>
            <p:nvPr userDrawn="1"/>
          </p:nvSpPr>
          <p:spPr bwMode="auto">
            <a:xfrm>
              <a:off x="15401925" y="3487738"/>
              <a:ext cx="171450" cy="328612"/>
            </a:xfrm>
            <a:custGeom>
              <a:avLst/>
              <a:gdLst>
                <a:gd name="T0" fmla="*/ 95 w 108"/>
                <a:gd name="T1" fmla="*/ 207 h 207"/>
                <a:gd name="T2" fmla="*/ 108 w 108"/>
                <a:gd name="T3" fmla="*/ 183 h 207"/>
                <a:gd name="T4" fmla="*/ 0 w 108"/>
                <a:gd name="T5" fmla="*/ 0 h 207"/>
                <a:gd name="T6" fmla="*/ 5 w 108"/>
                <a:gd name="T7" fmla="*/ 207 h 207"/>
                <a:gd name="T8" fmla="*/ 95 w 108"/>
                <a:gd name="T9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207">
                  <a:moveTo>
                    <a:pt x="95" y="207"/>
                  </a:moveTo>
                  <a:lnTo>
                    <a:pt x="108" y="183"/>
                  </a:lnTo>
                  <a:lnTo>
                    <a:pt x="0" y="0"/>
                  </a:lnTo>
                  <a:lnTo>
                    <a:pt x="5" y="207"/>
                  </a:lnTo>
                  <a:lnTo>
                    <a:pt x="95" y="20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7" name="Freeform 166"/>
            <p:cNvSpPr>
              <a:spLocks/>
            </p:cNvSpPr>
            <p:nvPr userDrawn="1"/>
          </p:nvSpPr>
          <p:spPr bwMode="auto">
            <a:xfrm>
              <a:off x="13957300" y="2963863"/>
              <a:ext cx="393700" cy="741362"/>
            </a:xfrm>
            <a:custGeom>
              <a:avLst/>
              <a:gdLst>
                <a:gd name="T0" fmla="*/ 0 w 248"/>
                <a:gd name="T1" fmla="*/ 187 h 467"/>
                <a:gd name="T2" fmla="*/ 248 w 248"/>
                <a:gd name="T3" fmla="*/ 467 h 467"/>
                <a:gd name="T4" fmla="*/ 218 w 248"/>
                <a:gd name="T5" fmla="*/ 0 h 467"/>
                <a:gd name="T6" fmla="*/ 0 w 248"/>
                <a:gd name="T7" fmla="*/ 187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8" h="467">
                  <a:moveTo>
                    <a:pt x="0" y="187"/>
                  </a:moveTo>
                  <a:lnTo>
                    <a:pt x="248" y="467"/>
                  </a:lnTo>
                  <a:lnTo>
                    <a:pt x="218" y="0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8" name="Freeform 167"/>
            <p:cNvSpPr>
              <a:spLocks/>
            </p:cNvSpPr>
            <p:nvPr userDrawn="1"/>
          </p:nvSpPr>
          <p:spPr bwMode="auto">
            <a:xfrm>
              <a:off x="12801600" y="3225800"/>
              <a:ext cx="115888" cy="95250"/>
            </a:xfrm>
            <a:custGeom>
              <a:avLst/>
              <a:gdLst>
                <a:gd name="T0" fmla="*/ 0 w 73"/>
                <a:gd name="T1" fmla="*/ 0 h 60"/>
                <a:gd name="T2" fmla="*/ 0 w 73"/>
                <a:gd name="T3" fmla="*/ 60 h 60"/>
                <a:gd name="T4" fmla="*/ 10 w 73"/>
                <a:gd name="T5" fmla="*/ 56 h 60"/>
                <a:gd name="T6" fmla="*/ 73 w 73"/>
                <a:gd name="T7" fmla="*/ 31 h 60"/>
                <a:gd name="T8" fmla="*/ 10 w 73"/>
                <a:gd name="T9" fmla="*/ 4 h 60"/>
                <a:gd name="T10" fmla="*/ 0 w 73"/>
                <a:gd name="T11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60">
                  <a:moveTo>
                    <a:pt x="0" y="0"/>
                  </a:moveTo>
                  <a:lnTo>
                    <a:pt x="0" y="60"/>
                  </a:lnTo>
                  <a:lnTo>
                    <a:pt x="10" y="56"/>
                  </a:lnTo>
                  <a:lnTo>
                    <a:pt x="73" y="31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9" name="Freeform 168"/>
            <p:cNvSpPr>
              <a:spLocks/>
            </p:cNvSpPr>
            <p:nvPr userDrawn="1"/>
          </p:nvSpPr>
          <p:spPr bwMode="auto">
            <a:xfrm>
              <a:off x="12917488" y="2792413"/>
              <a:ext cx="1385888" cy="482600"/>
            </a:xfrm>
            <a:custGeom>
              <a:avLst/>
              <a:gdLst>
                <a:gd name="T0" fmla="*/ 498 w 873"/>
                <a:gd name="T1" fmla="*/ 0 h 304"/>
                <a:gd name="T2" fmla="*/ 351 w 873"/>
                <a:gd name="T3" fmla="*/ 0 h 304"/>
                <a:gd name="T4" fmla="*/ 350 w 873"/>
                <a:gd name="T5" fmla="*/ 0 h 304"/>
                <a:gd name="T6" fmla="*/ 339 w 873"/>
                <a:gd name="T7" fmla="*/ 9 h 304"/>
                <a:gd name="T8" fmla="*/ 0 w 873"/>
                <a:gd name="T9" fmla="*/ 304 h 304"/>
                <a:gd name="T10" fmla="*/ 873 w 873"/>
                <a:gd name="T11" fmla="*/ 108 h 304"/>
                <a:gd name="T12" fmla="*/ 529 w 873"/>
                <a:gd name="T13" fmla="*/ 9 h 304"/>
                <a:gd name="T14" fmla="*/ 498 w 873"/>
                <a:gd name="T1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3" h="304">
                  <a:moveTo>
                    <a:pt x="498" y="0"/>
                  </a:moveTo>
                  <a:lnTo>
                    <a:pt x="351" y="0"/>
                  </a:lnTo>
                  <a:lnTo>
                    <a:pt x="350" y="0"/>
                  </a:lnTo>
                  <a:lnTo>
                    <a:pt x="339" y="9"/>
                  </a:lnTo>
                  <a:lnTo>
                    <a:pt x="0" y="304"/>
                  </a:lnTo>
                  <a:lnTo>
                    <a:pt x="873" y="108"/>
                  </a:lnTo>
                  <a:lnTo>
                    <a:pt x="529" y="9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0" name="Freeform 169"/>
            <p:cNvSpPr>
              <a:spLocks/>
            </p:cNvSpPr>
            <p:nvPr userDrawn="1"/>
          </p:nvSpPr>
          <p:spPr bwMode="auto">
            <a:xfrm>
              <a:off x="15401925" y="3049588"/>
              <a:ext cx="469900" cy="438150"/>
            </a:xfrm>
            <a:custGeom>
              <a:avLst/>
              <a:gdLst>
                <a:gd name="T0" fmla="*/ 295 w 296"/>
                <a:gd name="T1" fmla="*/ 1 h 276"/>
                <a:gd name="T2" fmla="*/ 0 w 296"/>
                <a:gd name="T3" fmla="*/ 276 h 276"/>
                <a:gd name="T4" fmla="*/ 295 w 296"/>
                <a:gd name="T5" fmla="*/ 143 h 276"/>
                <a:gd name="T6" fmla="*/ 296 w 296"/>
                <a:gd name="T7" fmla="*/ 143 h 276"/>
                <a:gd name="T8" fmla="*/ 296 w 296"/>
                <a:gd name="T9" fmla="*/ 0 h 276"/>
                <a:gd name="T10" fmla="*/ 295 w 296"/>
                <a:gd name="T11" fmla="*/ 1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6" h="276">
                  <a:moveTo>
                    <a:pt x="295" y="1"/>
                  </a:moveTo>
                  <a:lnTo>
                    <a:pt x="0" y="276"/>
                  </a:lnTo>
                  <a:lnTo>
                    <a:pt x="295" y="143"/>
                  </a:lnTo>
                  <a:lnTo>
                    <a:pt x="296" y="143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1" name="Freeform 170"/>
            <p:cNvSpPr>
              <a:spLocks/>
            </p:cNvSpPr>
            <p:nvPr userDrawn="1"/>
          </p:nvSpPr>
          <p:spPr bwMode="auto">
            <a:xfrm>
              <a:off x="15001875" y="2792413"/>
              <a:ext cx="400050" cy="695325"/>
            </a:xfrm>
            <a:custGeom>
              <a:avLst/>
              <a:gdLst>
                <a:gd name="T0" fmla="*/ 118 w 252"/>
                <a:gd name="T1" fmla="*/ 9 h 438"/>
                <a:gd name="T2" fmla="*/ 115 w 252"/>
                <a:gd name="T3" fmla="*/ 0 h 438"/>
                <a:gd name="T4" fmla="*/ 108 w 252"/>
                <a:gd name="T5" fmla="*/ 0 h 438"/>
                <a:gd name="T6" fmla="*/ 104 w 252"/>
                <a:gd name="T7" fmla="*/ 9 h 438"/>
                <a:gd name="T8" fmla="*/ 102 w 252"/>
                <a:gd name="T9" fmla="*/ 14 h 438"/>
                <a:gd name="T10" fmla="*/ 0 w 252"/>
                <a:gd name="T11" fmla="*/ 246 h 438"/>
                <a:gd name="T12" fmla="*/ 252 w 252"/>
                <a:gd name="T13" fmla="*/ 438 h 438"/>
                <a:gd name="T14" fmla="*/ 118 w 252"/>
                <a:gd name="T15" fmla="*/ 11 h 438"/>
                <a:gd name="T16" fmla="*/ 118 w 252"/>
                <a:gd name="T17" fmla="*/ 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2" h="438">
                  <a:moveTo>
                    <a:pt x="118" y="9"/>
                  </a:moveTo>
                  <a:lnTo>
                    <a:pt x="115" y="0"/>
                  </a:lnTo>
                  <a:lnTo>
                    <a:pt x="108" y="0"/>
                  </a:lnTo>
                  <a:lnTo>
                    <a:pt x="104" y="9"/>
                  </a:lnTo>
                  <a:lnTo>
                    <a:pt x="102" y="14"/>
                  </a:lnTo>
                  <a:lnTo>
                    <a:pt x="0" y="246"/>
                  </a:lnTo>
                  <a:lnTo>
                    <a:pt x="252" y="438"/>
                  </a:lnTo>
                  <a:lnTo>
                    <a:pt x="118" y="11"/>
                  </a:lnTo>
                  <a:lnTo>
                    <a:pt x="118" y="9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2" name="Freeform 171"/>
            <p:cNvSpPr>
              <a:spLocks/>
            </p:cNvSpPr>
            <p:nvPr userDrawn="1"/>
          </p:nvSpPr>
          <p:spPr bwMode="auto">
            <a:xfrm>
              <a:off x="14351000" y="3705225"/>
              <a:ext cx="922338" cy="111125"/>
            </a:xfrm>
            <a:custGeom>
              <a:avLst/>
              <a:gdLst>
                <a:gd name="T0" fmla="*/ 0 w 581"/>
                <a:gd name="T1" fmla="*/ 0 h 70"/>
                <a:gd name="T2" fmla="*/ 179 w 581"/>
                <a:gd name="T3" fmla="*/ 70 h 70"/>
                <a:gd name="T4" fmla="*/ 581 w 581"/>
                <a:gd name="T5" fmla="*/ 70 h 70"/>
                <a:gd name="T6" fmla="*/ 561 w 581"/>
                <a:gd name="T7" fmla="*/ 34 h 70"/>
                <a:gd name="T8" fmla="*/ 0 w 581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1" h="70">
                  <a:moveTo>
                    <a:pt x="0" y="0"/>
                  </a:moveTo>
                  <a:lnTo>
                    <a:pt x="179" y="70"/>
                  </a:lnTo>
                  <a:lnTo>
                    <a:pt x="581" y="70"/>
                  </a:lnTo>
                  <a:lnTo>
                    <a:pt x="561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3" name="Freeform 172"/>
            <p:cNvSpPr>
              <a:spLocks/>
            </p:cNvSpPr>
            <p:nvPr userDrawn="1"/>
          </p:nvSpPr>
          <p:spPr bwMode="auto">
            <a:xfrm>
              <a:off x="12917488" y="3275013"/>
              <a:ext cx="1433513" cy="541337"/>
            </a:xfrm>
            <a:custGeom>
              <a:avLst/>
              <a:gdLst>
                <a:gd name="T0" fmla="*/ 179 w 903"/>
                <a:gd name="T1" fmla="*/ 336 h 341"/>
                <a:gd name="T2" fmla="*/ 182 w 903"/>
                <a:gd name="T3" fmla="*/ 341 h 341"/>
                <a:gd name="T4" fmla="*/ 243 w 903"/>
                <a:gd name="T5" fmla="*/ 341 h 341"/>
                <a:gd name="T6" fmla="*/ 903 w 903"/>
                <a:gd name="T7" fmla="*/ 271 h 341"/>
                <a:gd name="T8" fmla="*/ 0 w 903"/>
                <a:gd name="T9" fmla="*/ 0 h 341"/>
                <a:gd name="T10" fmla="*/ 179 w 903"/>
                <a:gd name="T11" fmla="*/ 33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3" h="341">
                  <a:moveTo>
                    <a:pt x="179" y="336"/>
                  </a:moveTo>
                  <a:lnTo>
                    <a:pt x="182" y="341"/>
                  </a:lnTo>
                  <a:lnTo>
                    <a:pt x="243" y="341"/>
                  </a:lnTo>
                  <a:lnTo>
                    <a:pt x="903" y="271"/>
                  </a:lnTo>
                  <a:lnTo>
                    <a:pt x="0" y="0"/>
                  </a:lnTo>
                  <a:lnTo>
                    <a:pt x="179" y="336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4" name="Freeform 173"/>
            <p:cNvSpPr>
              <a:spLocks/>
            </p:cNvSpPr>
            <p:nvPr userDrawn="1"/>
          </p:nvSpPr>
          <p:spPr bwMode="auto">
            <a:xfrm>
              <a:off x="14062075" y="2792413"/>
              <a:ext cx="241300" cy="171450"/>
            </a:xfrm>
            <a:custGeom>
              <a:avLst/>
              <a:gdLst>
                <a:gd name="T0" fmla="*/ 152 w 152"/>
                <a:gd name="T1" fmla="*/ 108 h 108"/>
                <a:gd name="T2" fmla="*/ 133 w 152"/>
                <a:gd name="T3" fmla="*/ 9 h 108"/>
                <a:gd name="T4" fmla="*/ 131 w 152"/>
                <a:gd name="T5" fmla="*/ 0 h 108"/>
                <a:gd name="T6" fmla="*/ 0 w 152"/>
                <a:gd name="T7" fmla="*/ 0 h 108"/>
                <a:gd name="T8" fmla="*/ 13 w 152"/>
                <a:gd name="T9" fmla="*/ 9 h 108"/>
                <a:gd name="T10" fmla="*/ 152 w 152"/>
                <a:gd name="T11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108">
                  <a:moveTo>
                    <a:pt x="152" y="108"/>
                  </a:moveTo>
                  <a:lnTo>
                    <a:pt x="133" y="9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13" y="9"/>
                  </a:lnTo>
                  <a:lnTo>
                    <a:pt x="152" y="108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174"/>
            <p:cNvSpPr>
              <a:spLocks/>
            </p:cNvSpPr>
            <p:nvPr userDrawn="1"/>
          </p:nvSpPr>
          <p:spPr bwMode="auto">
            <a:xfrm>
              <a:off x="13903325" y="3136900"/>
              <a:ext cx="395288" cy="400050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Freeform 175"/>
            <p:cNvSpPr>
              <a:spLocks/>
            </p:cNvSpPr>
            <p:nvPr userDrawn="1"/>
          </p:nvSpPr>
          <p:spPr bwMode="auto">
            <a:xfrm>
              <a:off x="14747875" y="3143250"/>
              <a:ext cx="441325" cy="393700"/>
            </a:xfrm>
            <a:custGeom>
              <a:avLst/>
              <a:gdLst>
                <a:gd name="T0" fmla="*/ 200 w 278"/>
                <a:gd name="T1" fmla="*/ 0 h 248"/>
                <a:gd name="T2" fmla="*/ 139 w 278"/>
                <a:gd name="T3" fmla="*/ 169 h 248"/>
                <a:gd name="T4" fmla="*/ 77 w 278"/>
                <a:gd name="T5" fmla="*/ 0 h 248"/>
                <a:gd name="T6" fmla="*/ 0 w 278"/>
                <a:gd name="T7" fmla="*/ 0 h 248"/>
                <a:gd name="T8" fmla="*/ 102 w 278"/>
                <a:gd name="T9" fmla="*/ 248 h 248"/>
                <a:gd name="T10" fmla="*/ 176 w 278"/>
                <a:gd name="T11" fmla="*/ 248 h 248"/>
                <a:gd name="T12" fmla="*/ 278 w 278"/>
                <a:gd name="T13" fmla="*/ 0 h 248"/>
                <a:gd name="T14" fmla="*/ 200 w 278"/>
                <a:gd name="T15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8" h="248">
                  <a:moveTo>
                    <a:pt x="200" y="0"/>
                  </a:moveTo>
                  <a:lnTo>
                    <a:pt x="139" y="169"/>
                  </a:lnTo>
                  <a:lnTo>
                    <a:pt x="77" y="0"/>
                  </a:lnTo>
                  <a:lnTo>
                    <a:pt x="0" y="0"/>
                  </a:lnTo>
                  <a:lnTo>
                    <a:pt x="102" y="248"/>
                  </a:lnTo>
                  <a:lnTo>
                    <a:pt x="176" y="248"/>
                  </a:lnTo>
                  <a:lnTo>
                    <a:pt x="278" y="0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7" name="Freeform 176"/>
            <p:cNvSpPr>
              <a:spLocks noEditPoints="1"/>
            </p:cNvSpPr>
            <p:nvPr userDrawn="1"/>
          </p:nvSpPr>
          <p:spPr bwMode="auto">
            <a:xfrm>
              <a:off x="13454063" y="3136900"/>
              <a:ext cx="409575" cy="406400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8" name="Freeform 177"/>
            <p:cNvSpPr>
              <a:spLocks/>
            </p:cNvSpPr>
            <p:nvPr userDrawn="1"/>
          </p:nvSpPr>
          <p:spPr bwMode="auto">
            <a:xfrm>
              <a:off x="13087350" y="3025775"/>
              <a:ext cx="355600" cy="511175"/>
            </a:xfrm>
            <a:custGeom>
              <a:avLst/>
              <a:gdLst>
                <a:gd name="T0" fmla="*/ 224 w 224"/>
                <a:gd name="T1" fmla="*/ 259 h 322"/>
                <a:gd name="T2" fmla="*/ 69 w 224"/>
                <a:gd name="T3" fmla="*/ 259 h 322"/>
                <a:gd name="T4" fmla="*/ 69 w 224"/>
                <a:gd name="T5" fmla="*/ 0 h 322"/>
                <a:gd name="T6" fmla="*/ 0 w 224"/>
                <a:gd name="T7" fmla="*/ 0 h 322"/>
                <a:gd name="T8" fmla="*/ 0 w 224"/>
                <a:gd name="T9" fmla="*/ 322 h 322"/>
                <a:gd name="T10" fmla="*/ 224 w 224"/>
                <a:gd name="T11" fmla="*/ 322 h 322"/>
                <a:gd name="T12" fmla="*/ 224 w 224"/>
                <a:gd name="T13" fmla="*/ 259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4" h="322">
                  <a:moveTo>
                    <a:pt x="224" y="259"/>
                  </a:moveTo>
                  <a:lnTo>
                    <a:pt x="69" y="259"/>
                  </a:lnTo>
                  <a:lnTo>
                    <a:pt x="69" y="0"/>
                  </a:lnTo>
                  <a:lnTo>
                    <a:pt x="0" y="0"/>
                  </a:lnTo>
                  <a:lnTo>
                    <a:pt x="0" y="322"/>
                  </a:lnTo>
                  <a:lnTo>
                    <a:pt x="224" y="322"/>
                  </a:lnTo>
                  <a:lnTo>
                    <a:pt x="224" y="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9" name="Freeform 178"/>
            <p:cNvSpPr>
              <a:spLocks noEditPoints="1"/>
            </p:cNvSpPr>
            <p:nvPr userDrawn="1"/>
          </p:nvSpPr>
          <p:spPr bwMode="auto">
            <a:xfrm>
              <a:off x="15173325" y="3136900"/>
              <a:ext cx="422275" cy="406400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0" name="Freeform 179"/>
            <p:cNvSpPr>
              <a:spLocks noEditPoints="1"/>
            </p:cNvSpPr>
            <p:nvPr userDrawn="1"/>
          </p:nvSpPr>
          <p:spPr bwMode="auto">
            <a:xfrm>
              <a:off x="14341475" y="3136900"/>
              <a:ext cx="422275" cy="406400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26393256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721B-227F-42F1-A17E-F17706D287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1879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721B-227F-42F1-A17E-F17706D287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7967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721B-227F-42F1-A17E-F17706D287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682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721B-227F-42F1-A17E-F17706D287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8340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721B-227F-42F1-A17E-F17706D287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0373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721B-227F-42F1-A17E-F17706D287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5041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721B-227F-42F1-A17E-F17706D287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7645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721B-227F-42F1-A17E-F17706D287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4223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721B-227F-42F1-A17E-F17706D287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9559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721B-227F-42F1-A17E-F17706D287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342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721B-227F-42F1-A17E-F17706D287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9680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1</a:t>
            </a:r>
            <a:endParaRPr lang="en-US" dirty="0"/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2</a:t>
            </a:r>
            <a:endParaRPr lang="en-US" dirty="0"/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3</a:t>
            </a:r>
            <a:r>
              <a:rPr lang="en-US" dirty="0"/>
              <a:t> 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93C68E1F-25A0-3347-A5BE-400CCBE7423C}"/>
              </a:ext>
            </a:extLst>
          </p:cNvPr>
          <p:cNvSpPr txBox="1">
            <a:spLocks/>
          </p:cNvSpPr>
          <p:nvPr userDrawn="1"/>
        </p:nvSpPr>
        <p:spPr>
          <a:xfrm>
            <a:off x="1680617" y="638162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2019 Lenovo Internal. All rights reserved.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BB19AD-47C1-1246-96BD-AAF2EAD7B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167" y="6374964"/>
            <a:ext cx="1114281" cy="22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980572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117">
            <a:extLst>
              <a:ext uri="{FF2B5EF4-FFF2-40B4-BE49-F238E27FC236}">
                <a16:creationId xmlns:a16="http://schemas.microsoft.com/office/drawing/2014/main" id="{CF0313FC-C015-4FBD-B76E-3BD2A132ED0E}"/>
              </a:ext>
            </a:extLst>
          </p:cNvPr>
          <p:cNvGrpSpPr>
            <a:grpSpLocks/>
          </p:cNvGrpSpPr>
          <p:nvPr userDrawn="1"/>
        </p:nvGrpSpPr>
        <p:grpSpPr bwMode="auto">
          <a:xfrm rot="-5400000">
            <a:off x="10144786" y="2415249"/>
            <a:ext cx="3070225" cy="1024204"/>
            <a:chOff x="12801600" y="2792413"/>
            <a:chExt cx="3070226" cy="1023937"/>
          </a:xfrm>
        </p:grpSpPr>
        <p:sp>
          <p:nvSpPr>
            <p:cNvPr id="5" name="Freeform 137">
              <a:extLst>
                <a:ext uri="{FF2B5EF4-FFF2-40B4-BE49-F238E27FC236}">
                  <a16:creationId xmlns:a16="http://schemas.microsoft.com/office/drawing/2014/main" id="{7F201A6F-AA10-4F72-B59F-7FFE693803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01925" y="3484563"/>
              <a:ext cx="469900" cy="293687"/>
            </a:xfrm>
            <a:custGeom>
              <a:avLst/>
              <a:gdLst>
                <a:gd name="T0" fmla="*/ 468313 w 296"/>
                <a:gd name="T1" fmla="*/ 0 h 185"/>
                <a:gd name="T2" fmla="*/ 0 w 296"/>
                <a:gd name="T3" fmla="*/ 3175 h 185"/>
                <a:gd name="T4" fmla="*/ 171450 w 296"/>
                <a:gd name="T5" fmla="*/ 293687 h 185"/>
                <a:gd name="T6" fmla="*/ 468313 w 296"/>
                <a:gd name="T7" fmla="*/ 203200 h 185"/>
                <a:gd name="T8" fmla="*/ 469900 w 296"/>
                <a:gd name="T9" fmla="*/ 203200 h 185"/>
                <a:gd name="T10" fmla="*/ 469900 w 296"/>
                <a:gd name="T11" fmla="*/ 0 h 185"/>
                <a:gd name="T12" fmla="*/ 468313 w 296"/>
                <a:gd name="T13" fmla="*/ 0 h 1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6" h="185">
                  <a:moveTo>
                    <a:pt x="295" y="0"/>
                  </a:moveTo>
                  <a:lnTo>
                    <a:pt x="0" y="2"/>
                  </a:lnTo>
                  <a:lnTo>
                    <a:pt x="108" y="185"/>
                  </a:lnTo>
                  <a:lnTo>
                    <a:pt x="295" y="128"/>
                  </a:lnTo>
                  <a:lnTo>
                    <a:pt x="296" y="128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38">
              <a:extLst>
                <a:ext uri="{FF2B5EF4-FFF2-40B4-BE49-F238E27FC236}">
                  <a16:creationId xmlns:a16="http://schemas.microsoft.com/office/drawing/2014/main" id="{B78CA7CF-B98D-4E3F-B971-10C68A0DCC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03375" y="2792413"/>
              <a:ext cx="806450" cy="171450"/>
            </a:xfrm>
            <a:custGeom>
              <a:avLst/>
              <a:gdLst>
                <a:gd name="T0" fmla="*/ 158750 w 508"/>
                <a:gd name="T1" fmla="*/ 14288 h 108"/>
                <a:gd name="T2" fmla="*/ 0 w 508"/>
                <a:gd name="T3" fmla="*/ 171450 h 108"/>
                <a:gd name="T4" fmla="*/ 738188 w 508"/>
                <a:gd name="T5" fmla="*/ 14288 h 108"/>
                <a:gd name="T6" fmla="*/ 806450 w 508"/>
                <a:gd name="T7" fmla="*/ 0 h 108"/>
                <a:gd name="T8" fmla="*/ 173038 w 508"/>
                <a:gd name="T9" fmla="*/ 0 h 108"/>
                <a:gd name="T10" fmla="*/ 158750 w 508"/>
                <a:gd name="T11" fmla="*/ 14288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8" h="108">
                  <a:moveTo>
                    <a:pt x="100" y="9"/>
                  </a:moveTo>
                  <a:lnTo>
                    <a:pt x="0" y="108"/>
                  </a:lnTo>
                  <a:lnTo>
                    <a:pt x="465" y="9"/>
                  </a:lnTo>
                  <a:lnTo>
                    <a:pt x="508" y="0"/>
                  </a:lnTo>
                  <a:lnTo>
                    <a:pt x="109" y="0"/>
                  </a:lnTo>
                  <a:lnTo>
                    <a:pt x="100" y="9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39">
              <a:extLst>
                <a:ext uri="{FF2B5EF4-FFF2-40B4-BE49-F238E27FC236}">
                  <a16:creationId xmlns:a16="http://schemas.microsoft.com/office/drawing/2014/main" id="{D53B8F21-9C42-4C98-9CC9-38014351BB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812713" y="3275013"/>
              <a:ext cx="393700" cy="541337"/>
            </a:xfrm>
            <a:custGeom>
              <a:avLst/>
              <a:gdLst>
                <a:gd name="T0" fmla="*/ 104775 w 248"/>
                <a:gd name="T1" fmla="*/ 0 h 341"/>
                <a:gd name="T2" fmla="*/ 4763 w 248"/>
                <a:gd name="T3" fmla="*/ 522287 h 341"/>
                <a:gd name="T4" fmla="*/ 0 w 248"/>
                <a:gd name="T5" fmla="*/ 541337 h 341"/>
                <a:gd name="T6" fmla="*/ 4763 w 248"/>
                <a:gd name="T7" fmla="*/ 541337 h 341"/>
                <a:gd name="T8" fmla="*/ 304800 w 248"/>
                <a:gd name="T9" fmla="*/ 541337 h 341"/>
                <a:gd name="T10" fmla="*/ 393700 w 248"/>
                <a:gd name="T11" fmla="*/ 541337 h 341"/>
                <a:gd name="T12" fmla="*/ 388938 w 248"/>
                <a:gd name="T13" fmla="*/ 533400 h 341"/>
                <a:gd name="T14" fmla="*/ 104775 w 248"/>
                <a:gd name="T15" fmla="*/ 0 h 3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8" h="341">
                  <a:moveTo>
                    <a:pt x="66" y="0"/>
                  </a:moveTo>
                  <a:lnTo>
                    <a:pt x="3" y="329"/>
                  </a:lnTo>
                  <a:lnTo>
                    <a:pt x="0" y="341"/>
                  </a:lnTo>
                  <a:lnTo>
                    <a:pt x="3" y="341"/>
                  </a:lnTo>
                  <a:lnTo>
                    <a:pt x="192" y="341"/>
                  </a:lnTo>
                  <a:lnTo>
                    <a:pt x="248" y="341"/>
                  </a:lnTo>
                  <a:lnTo>
                    <a:pt x="245" y="336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8" name="Freeform 140">
              <a:extLst>
                <a:ext uri="{FF2B5EF4-FFF2-40B4-BE49-F238E27FC236}">
                  <a16:creationId xmlns:a16="http://schemas.microsoft.com/office/drawing/2014/main" id="{430F459D-6C7A-4CD6-BCE8-7C75977A8E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241588" y="3487738"/>
              <a:ext cx="168275" cy="328612"/>
            </a:xfrm>
            <a:custGeom>
              <a:avLst/>
              <a:gdLst>
                <a:gd name="T0" fmla="*/ 160338 w 106"/>
                <a:gd name="T1" fmla="*/ 0 h 207"/>
                <a:gd name="T2" fmla="*/ 0 w 106"/>
                <a:gd name="T3" fmla="*/ 271462 h 207"/>
                <a:gd name="T4" fmla="*/ 31750 w 106"/>
                <a:gd name="T5" fmla="*/ 328612 h 207"/>
                <a:gd name="T6" fmla="*/ 168275 w 106"/>
                <a:gd name="T7" fmla="*/ 328612 h 207"/>
                <a:gd name="T8" fmla="*/ 160338 w 106"/>
                <a:gd name="T9" fmla="*/ 0 h 2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207">
                  <a:moveTo>
                    <a:pt x="101" y="0"/>
                  </a:moveTo>
                  <a:lnTo>
                    <a:pt x="0" y="171"/>
                  </a:lnTo>
                  <a:lnTo>
                    <a:pt x="20" y="207"/>
                  </a:lnTo>
                  <a:lnTo>
                    <a:pt x="106" y="20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9" name="Freeform 141">
              <a:extLst>
                <a:ext uri="{FF2B5EF4-FFF2-40B4-BE49-F238E27FC236}">
                  <a16:creationId xmlns:a16="http://schemas.microsoft.com/office/drawing/2014/main" id="{1FA853F3-8AAF-4D4A-A7F6-4B59CDD2B9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03375" y="2963863"/>
              <a:ext cx="268288" cy="741362"/>
            </a:xfrm>
            <a:custGeom>
              <a:avLst/>
              <a:gdLst>
                <a:gd name="T0" fmla="*/ 47625 w 169"/>
                <a:gd name="T1" fmla="*/ 741362 h 467"/>
                <a:gd name="T2" fmla="*/ 268288 w 169"/>
                <a:gd name="T3" fmla="*/ 163512 h 467"/>
                <a:gd name="T4" fmla="*/ 0 w 169"/>
                <a:gd name="T5" fmla="*/ 0 h 467"/>
                <a:gd name="T6" fmla="*/ 47625 w 169"/>
                <a:gd name="T7" fmla="*/ 741362 h 4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9" h="467">
                  <a:moveTo>
                    <a:pt x="30" y="467"/>
                  </a:moveTo>
                  <a:lnTo>
                    <a:pt x="169" y="103"/>
                  </a:lnTo>
                  <a:lnTo>
                    <a:pt x="0" y="0"/>
                  </a:lnTo>
                  <a:lnTo>
                    <a:pt x="30" y="467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" name="Freeform 142">
              <a:extLst>
                <a:ext uri="{FF2B5EF4-FFF2-40B4-BE49-F238E27FC236}">
                  <a16:creationId xmlns:a16="http://schemas.microsoft.com/office/drawing/2014/main" id="{CE2271F1-9C73-42E0-8E31-135D1BE835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801600" y="3275013"/>
              <a:ext cx="115888" cy="541337"/>
            </a:xfrm>
            <a:custGeom>
              <a:avLst/>
              <a:gdLst>
                <a:gd name="T0" fmla="*/ 0 w 73"/>
                <a:gd name="T1" fmla="*/ 130175 h 341"/>
                <a:gd name="T2" fmla="*/ 0 w 73"/>
                <a:gd name="T3" fmla="*/ 541337 h 341"/>
                <a:gd name="T4" fmla="*/ 9525 w 73"/>
                <a:gd name="T5" fmla="*/ 541337 h 341"/>
                <a:gd name="T6" fmla="*/ 11113 w 73"/>
                <a:gd name="T7" fmla="*/ 541337 h 341"/>
                <a:gd name="T8" fmla="*/ 15875 w 73"/>
                <a:gd name="T9" fmla="*/ 522287 h 341"/>
                <a:gd name="T10" fmla="*/ 115888 w 73"/>
                <a:gd name="T11" fmla="*/ 0 h 341"/>
                <a:gd name="T12" fmla="*/ 15875 w 73"/>
                <a:gd name="T13" fmla="*/ 112712 h 341"/>
                <a:gd name="T14" fmla="*/ 0 w 73"/>
                <a:gd name="T15" fmla="*/ 130175 h 3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341">
                  <a:moveTo>
                    <a:pt x="0" y="82"/>
                  </a:moveTo>
                  <a:lnTo>
                    <a:pt x="0" y="341"/>
                  </a:lnTo>
                  <a:lnTo>
                    <a:pt x="6" y="341"/>
                  </a:lnTo>
                  <a:lnTo>
                    <a:pt x="7" y="341"/>
                  </a:lnTo>
                  <a:lnTo>
                    <a:pt x="10" y="329"/>
                  </a:lnTo>
                  <a:lnTo>
                    <a:pt x="73" y="0"/>
                  </a:lnTo>
                  <a:lnTo>
                    <a:pt x="10" y="71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1" name="Freeform 143">
              <a:extLst>
                <a:ext uri="{FF2B5EF4-FFF2-40B4-BE49-F238E27FC236}">
                  <a16:creationId xmlns:a16="http://schemas.microsoft.com/office/drawing/2014/main" id="{1879C6A5-A965-454C-8455-E737C57CEC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17488" y="2963863"/>
              <a:ext cx="1385888" cy="311150"/>
            </a:xfrm>
            <a:custGeom>
              <a:avLst/>
              <a:gdLst>
                <a:gd name="T0" fmla="*/ 1039813 w 873"/>
                <a:gd name="T1" fmla="*/ 296863 h 196"/>
                <a:gd name="T2" fmla="*/ 1385888 w 873"/>
                <a:gd name="T3" fmla="*/ 0 h 196"/>
                <a:gd name="T4" fmla="*/ 0 w 873"/>
                <a:gd name="T5" fmla="*/ 311150 h 196"/>
                <a:gd name="T6" fmla="*/ 1039813 w 873"/>
                <a:gd name="T7" fmla="*/ 296863 h 1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73" h="196">
                  <a:moveTo>
                    <a:pt x="655" y="187"/>
                  </a:moveTo>
                  <a:lnTo>
                    <a:pt x="873" y="0"/>
                  </a:lnTo>
                  <a:lnTo>
                    <a:pt x="0" y="196"/>
                  </a:lnTo>
                  <a:lnTo>
                    <a:pt x="655" y="187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" name="Freeform 144">
              <a:extLst>
                <a:ext uri="{FF2B5EF4-FFF2-40B4-BE49-F238E27FC236}">
                  <a16:creationId xmlns:a16="http://schemas.microsoft.com/office/drawing/2014/main" id="{88EFB9DE-62D2-4CA3-9B41-82473949CD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51000" y="2792413"/>
              <a:ext cx="822325" cy="912812"/>
            </a:xfrm>
            <a:custGeom>
              <a:avLst/>
              <a:gdLst>
                <a:gd name="T0" fmla="*/ 814388 w 518"/>
                <a:gd name="T1" fmla="*/ 0 h 575"/>
                <a:gd name="T2" fmla="*/ 801688 w 518"/>
                <a:gd name="T3" fmla="*/ 14287 h 575"/>
                <a:gd name="T4" fmla="*/ 792163 w 518"/>
                <a:gd name="T5" fmla="*/ 25400 h 575"/>
                <a:gd name="T6" fmla="*/ 0 w 518"/>
                <a:gd name="T7" fmla="*/ 912812 h 575"/>
                <a:gd name="T8" fmla="*/ 650875 w 518"/>
                <a:gd name="T9" fmla="*/ 390525 h 575"/>
                <a:gd name="T10" fmla="*/ 812800 w 518"/>
                <a:gd name="T11" fmla="*/ 22225 h 575"/>
                <a:gd name="T12" fmla="*/ 815975 w 518"/>
                <a:gd name="T13" fmla="*/ 14287 h 575"/>
                <a:gd name="T14" fmla="*/ 822325 w 518"/>
                <a:gd name="T15" fmla="*/ 0 h 575"/>
                <a:gd name="T16" fmla="*/ 814388 w 518"/>
                <a:gd name="T17" fmla="*/ 0 h 5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8" h="575">
                  <a:moveTo>
                    <a:pt x="513" y="0"/>
                  </a:moveTo>
                  <a:lnTo>
                    <a:pt x="505" y="9"/>
                  </a:lnTo>
                  <a:lnTo>
                    <a:pt x="499" y="16"/>
                  </a:lnTo>
                  <a:lnTo>
                    <a:pt x="0" y="575"/>
                  </a:lnTo>
                  <a:lnTo>
                    <a:pt x="410" y="246"/>
                  </a:lnTo>
                  <a:lnTo>
                    <a:pt x="512" y="14"/>
                  </a:lnTo>
                  <a:lnTo>
                    <a:pt x="514" y="9"/>
                  </a:lnTo>
                  <a:lnTo>
                    <a:pt x="518" y="0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3" name="Freeform 145">
              <a:extLst>
                <a:ext uri="{FF2B5EF4-FFF2-40B4-BE49-F238E27FC236}">
                  <a16:creationId xmlns:a16="http://schemas.microsoft.com/office/drawing/2014/main" id="{0E3E753D-6203-48B2-B988-8F098C0939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801600" y="3143250"/>
              <a:ext cx="115888" cy="131762"/>
            </a:xfrm>
            <a:custGeom>
              <a:avLst/>
              <a:gdLst>
                <a:gd name="T0" fmla="*/ 0 w 73"/>
                <a:gd name="T1" fmla="*/ 0 h 83"/>
                <a:gd name="T2" fmla="*/ 0 w 73"/>
                <a:gd name="T3" fmla="*/ 82550 h 83"/>
                <a:gd name="T4" fmla="*/ 15875 w 73"/>
                <a:gd name="T5" fmla="*/ 88900 h 83"/>
                <a:gd name="T6" fmla="*/ 115888 w 73"/>
                <a:gd name="T7" fmla="*/ 131762 h 83"/>
                <a:gd name="T8" fmla="*/ 15875 w 73"/>
                <a:gd name="T9" fmla="*/ 17462 h 83"/>
                <a:gd name="T10" fmla="*/ 0 w 73"/>
                <a:gd name="T11" fmla="*/ 0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83">
                  <a:moveTo>
                    <a:pt x="0" y="0"/>
                  </a:moveTo>
                  <a:lnTo>
                    <a:pt x="0" y="52"/>
                  </a:lnTo>
                  <a:lnTo>
                    <a:pt x="10" y="56"/>
                  </a:lnTo>
                  <a:lnTo>
                    <a:pt x="73" y="83"/>
                  </a:lnTo>
                  <a:lnTo>
                    <a:pt x="1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46">
              <a:extLst>
                <a:ext uri="{FF2B5EF4-FFF2-40B4-BE49-F238E27FC236}">
                  <a16:creationId xmlns:a16="http://schemas.microsoft.com/office/drawing/2014/main" id="{D51F5686-FEFF-4875-A925-6FF97E576C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228888" y="2792413"/>
              <a:ext cx="642938" cy="136525"/>
            </a:xfrm>
            <a:custGeom>
              <a:avLst/>
              <a:gdLst>
                <a:gd name="T0" fmla="*/ 641350 w 405"/>
                <a:gd name="T1" fmla="*/ 0 h 86"/>
                <a:gd name="T2" fmla="*/ 63500 w 405"/>
                <a:gd name="T3" fmla="*/ 0 h 86"/>
                <a:gd name="T4" fmla="*/ 0 w 405"/>
                <a:gd name="T5" fmla="*/ 0 h 86"/>
                <a:gd name="T6" fmla="*/ 22225 w 405"/>
                <a:gd name="T7" fmla="*/ 6350 h 86"/>
                <a:gd name="T8" fmla="*/ 47625 w 405"/>
                <a:gd name="T9" fmla="*/ 14288 h 86"/>
                <a:gd name="T10" fmla="*/ 460375 w 405"/>
                <a:gd name="T11" fmla="*/ 136525 h 86"/>
                <a:gd name="T12" fmla="*/ 641350 w 405"/>
                <a:gd name="T13" fmla="*/ 69850 h 86"/>
                <a:gd name="T14" fmla="*/ 642938 w 405"/>
                <a:gd name="T15" fmla="*/ 68263 h 86"/>
                <a:gd name="T16" fmla="*/ 642938 w 405"/>
                <a:gd name="T17" fmla="*/ 14288 h 86"/>
                <a:gd name="T18" fmla="*/ 642938 w 405"/>
                <a:gd name="T19" fmla="*/ 0 h 86"/>
                <a:gd name="T20" fmla="*/ 641350 w 405"/>
                <a:gd name="T21" fmla="*/ 0 h 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05" h="86">
                  <a:moveTo>
                    <a:pt x="404" y="0"/>
                  </a:moveTo>
                  <a:lnTo>
                    <a:pt x="40" y="0"/>
                  </a:lnTo>
                  <a:lnTo>
                    <a:pt x="0" y="0"/>
                  </a:lnTo>
                  <a:lnTo>
                    <a:pt x="14" y="4"/>
                  </a:lnTo>
                  <a:lnTo>
                    <a:pt x="30" y="9"/>
                  </a:lnTo>
                  <a:lnTo>
                    <a:pt x="290" y="86"/>
                  </a:lnTo>
                  <a:lnTo>
                    <a:pt x="404" y="44"/>
                  </a:lnTo>
                  <a:lnTo>
                    <a:pt x="405" y="43"/>
                  </a:lnTo>
                  <a:lnTo>
                    <a:pt x="405" y="9"/>
                  </a:lnTo>
                  <a:lnTo>
                    <a:pt x="405" y="0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5" name="Freeform 147">
              <a:extLst>
                <a:ext uri="{FF2B5EF4-FFF2-40B4-BE49-F238E27FC236}">
                  <a16:creationId xmlns:a16="http://schemas.microsoft.com/office/drawing/2014/main" id="{2FB48DB0-AA1A-4E1B-A147-EC35B0963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17488" y="3260725"/>
              <a:ext cx="1433513" cy="444500"/>
            </a:xfrm>
            <a:custGeom>
              <a:avLst/>
              <a:gdLst>
                <a:gd name="T0" fmla="*/ 0 w 903"/>
                <a:gd name="T1" fmla="*/ 14288 h 280"/>
                <a:gd name="T2" fmla="*/ 1433513 w 903"/>
                <a:gd name="T3" fmla="*/ 444500 h 280"/>
                <a:gd name="T4" fmla="*/ 1039813 w 903"/>
                <a:gd name="T5" fmla="*/ 0 h 280"/>
                <a:gd name="T6" fmla="*/ 0 w 903"/>
                <a:gd name="T7" fmla="*/ 14288 h 2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3" h="280">
                  <a:moveTo>
                    <a:pt x="0" y="9"/>
                  </a:moveTo>
                  <a:lnTo>
                    <a:pt x="903" y="280"/>
                  </a:lnTo>
                  <a:lnTo>
                    <a:pt x="655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6" name="Freeform 148">
              <a:extLst>
                <a:ext uri="{FF2B5EF4-FFF2-40B4-BE49-F238E27FC236}">
                  <a16:creationId xmlns:a16="http://schemas.microsoft.com/office/drawing/2014/main" id="{B2264F72-6FB3-4900-8F57-A90FCC612A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04963" y="2792413"/>
              <a:ext cx="173037" cy="171450"/>
            </a:xfrm>
            <a:custGeom>
              <a:avLst/>
              <a:gdLst>
                <a:gd name="T0" fmla="*/ 109 w 109"/>
                <a:gd name="T1" fmla="*/ 0 h 108"/>
                <a:gd name="T2" fmla="*/ 26 w 109"/>
                <a:gd name="T3" fmla="*/ 0 h 108"/>
                <a:gd name="T4" fmla="*/ 24 w 109"/>
                <a:gd name="T5" fmla="*/ 9 h 108"/>
                <a:gd name="T6" fmla="*/ 0 w 109"/>
                <a:gd name="T7" fmla="*/ 108 h 108"/>
                <a:gd name="T8" fmla="*/ 100 w 109"/>
                <a:gd name="T9" fmla="*/ 9 h 108"/>
                <a:gd name="T10" fmla="*/ 109 w 109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" h="108">
                  <a:moveTo>
                    <a:pt x="109" y="0"/>
                  </a:moveTo>
                  <a:lnTo>
                    <a:pt x="26" y="0"/>
                  </a:lnTo>
                  <a:lnTo>
                    <a:pt x="24" y="9"/>
                  </a:lnTo>
                  <a:lnTo>
                    <a:pt x="0" y="108"/>
                  </a:lnTo>
                  <a:lnTo>
                    <a:pt x="100" y="9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7" name="Freeform 149">
              <a:extLst>
                <a:ext uri="{FF2B5EF4-FFF2-40B4-BE49-F238E27FC236}">
                  <a16:creationId xmlns:a16="http://schemas.microsoft.com/office/drawing/2014/main" id="{9E3AFF14-DEDE-4E86-AA5A-32D9B47AA3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51000" y="3487738"/>
              <a:ext cx="1050925" cy="271462"/>
            </a:xfrm>
            <a:custGeom>
              <a:avLst/>
              <a:gdLst>
                <a:gd name="T0" fmla="*/ 890588 w 662"/>
                <a:gd name="T1" fmla="*/ 271462 h 171"/>
                <a:gd name="T2" fmla="*/ 1050925 w 662"/>
                <a:gd name="T3" fmla="*/ 0 h 171"/>
                <a:gd name="T4" fmla="*/ 0 w 662"/>
                <a:gd name="T5" fmla="*/ 217487 h 171"/>
                <a:gd name="T6" fmla="*/ 890588 w 662"/>
                <a:gd name="T7" fmla="*/ 271462 h 1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2" h="171">
                  <a:moveTo>
                    <a:pt x="561" y="171"/>
                  </a:moveTo>
                  <a:lnTo>
                    <a:pt x="662" y="0"/>
                  </a:lnTo>
                  <a:lnTo>
                    <a:pt x="0" y="137"/>
                  </a:lnTo>
                  <a:lnTo>
                    <a:pt x="561" y="171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8" name="Freeform 150">
              <a:extLst>
                <a:ext uri="{FF2B5EF4-FFF2-40B4-BE49-F238E27FC236}">
                  <a16:creationId xmlns:a16="http://schemas.microsoft.com/office/drawing/2014/main" id="{0C036175-8490-4E73-B27A-442A9EDEAF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801600" y="3275013"/>
              <a:ext cx="115888" cy="130175"/>
            </a:xfrm>
            <a:custGeom>
              <a:avLst/>
              <a:gdLst>
                <a:gd name="T0" fmla="*/ 0 w 73"/>
                <a:gd name="T1" fmla="*/ 46038 h 82"/>
                <a:gd name="T2" fmla="*/ 0 w 73"/>
                <a:gd name="T3" fmla="*/ 130175 h 82"/>
                <a:gd name="T4" fmla="*/ 15875 w 73"/>
                <a:gd name="T5" fmla="*/ 112713 h 82"/>
                <a:gd name="T6" fmla="*/ 115888 w 73"/>
                <a:gd name="T7" fmla="*/ 0 h 82"/>
                <a:gd name="T8" fmla="*/ 15875 w 73"/>
                <a:gd name="T9" fmla="*/ 39688 h 82"/>
                <a:gd name="T10" fmla="*/ 0 w 73"/>
                <a:gd name="T11" fmla="*/ 46038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82">
                  <a:moveTo>
                    <a:pt x="0" y="29"/>
                  </a:moveTo>
                  <a:lnTo>
                    <a:pt x="0" y="82"/>
                  </a:lnTo>
                  <a:lnTo>
                    <a:pt x="10" y="71"/>
                  </a:lnTo>
                  <a:lnTo>
                    <a:pt x="73" y="0"/>
                  </a:lnTo>
                  <a:lnTo>
                    <a:pt x="10" y="25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9" name="Freeform 151">
              <a:extLst>
                <a:ext uri="{FF2B5EF4-FFF2-40B4-BE49-F238E27FC236}">
                  <a16:creationId xmlns:a16="http://schemas.microsoft.com/office/drawing/2014/main" id="{52FB6738-6A99-4591-8755-AAD7874540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801600" y="2792413"/>
              <a:ext cx="322263" cy="482600"/>
            </a:xfrm>
            <a:custGeom>
              <a:avLst/>
              <a:gdLst>
                <a:gd name="T0" fmla="*/ 322263 w 203"/>
                <a:gd name="T1" fmla="*/ 0 h 304"/>
                <a:gd name="T2" fmla="*/ 0 w 203"/>
                <a:gd name="T3" fmla="*/ 0 h 304"/>
                <a:gd name="T4" fmla="*/ 0 w 203"/>
                <a:gd name="T5" fmla="*/ 155575 h 304"/>
                <a:gd name="T6" fmla="*/ 15875 w 203"/>
                <a:gd name="T7" fmla="*/ 200025 h 304"/>
                <a:gd name="T8" fmla="*/ 115888 w 203"/>
                <a:gd name="T9" fmla="*/ 482600 h 304"/>
                <a:gd name="T10" fmla="*/ 315913 w 203"/>
                <a:gd name="T11" fmla="*/ 14288 h 304"/>
                <a:gd name="T12" fmla="*/ 322263 w 203"/>
                <a:gd name="T13" fmla="*/ 0 h 3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3" h="304">
                  <a:moveTo>
                    <a:pt x="203" y="0"/>
                  </a:moveTo>
                  <a:lnTo>
                    <a:pt x="0" y="0"/>
                  </a:lnTo>
                  <a:lnTo>
                    <a:pt x="0" y="98"/>
                  </a:lnTo>
                  <a:lnTo>
                    <a:pt x="10" y="126"/>
                  </a:lnTo>
                  <a:lnTo>
                    <a:pt x="73" y="304"/>
                  </a:lnTo>
                  <a:lnTo>
                    <a:pt x="199" y="9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0" name="Freeform 152">
              <a:extLst>
                <a:ext uri="{FF2B5EF4-FFF2-40B4-BE49-F238E27FC236}">
                  <a16:creationId xmlns:a16="http://schemas.microsoft.com/office/drawing/2014/main" id="{C7E91198-BFD5-4A98-821E-D6CA4932EC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51000" y="2792413"/>
              <a:ext cx="814388" cy="912812"/>
            </a:xfrm>
            <a:custGeom>
              <a:avLst/>
              <a:gdLst>
                <a:gd name="T0" fmla="*/ 777875 w 513"/>
                <a:gd name="T1" fmla="*/ 14287 h 575"/>
                <a:gd name="T2" fmla="*/ 742950 w 513"/>
                <a:gd name="T3" fmla="*/ 34925 h 575"/>
                <a:gd name="T4" fmla="*/ 220663 w 513"/>
                <a:gd name="T5" fmla="*/ 334962 h 575"/>
                <a:gd name="T6" fmla="*/ 0 w 513"/>
                <a:gd name="T7" fmla="*/ 912812 h 575"/>
                <a:gd name="T8" fmla="*/ 792163 w 513"/>
                <a:gd name="T9" fmla="*/ 25400 h 575"/>
                <a:gd name="T10" fmla="*/ 801688 w 513"/>
                <a:gd name="T11" fmla="*/ 14287 h 575"/>
                <a:gd name="T12" fmla="*/ 814388 w 513"/>
                <a:gd name="T13" fmla="*/ 0 h 575"/>
                <a:gd name="T14" fmla="*/ 801688 w 513"/>
                <a:gd name="T15" fmla="*/ 0 h 575"/>
                <a:gd name="T16" fmla="*/ 777875 w 513"/>
                <a:gd name="T17" fmla="*/ 14287 h 5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3" h="575">
                  <a:moveTo>
                    <a:pt x="490" y="9"/>
                  </a:moveTo>
                  <a:lnTo>
                    <a:pt x="468" y="22"/>
                  </a:lnTo>
                  <a:lnTo>
                    <a:pt x="139" y="211"/>
                  </a:lnTo>
                  <a:lnTo>
                    <a:pt x="0" y="575"/>
                  </a:lnTo>
                  <a:lnTo>
                    <a:pt x="499" y="16"/>
                  </a:lnTo>
                  <a:lnTo>
                    <a:pt x="505" y="9"/>
                  </a:lnTo>
                  <a:lnTo>
                    <a:pt x="513" y="0"/>
                  </a:lnTo>
                  <a:lnTo>
                    <a:pt x="505" y="0"/>
                  </a:lnTo>
                  <a:lnTo>
                    <a:pt x="490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1" name="Freeform 153">
              <a:extLst>
                <a:ext uri="{FF2B5EF4-FFF2-40B4-BE49-F238E27FC236}">
                  <a16:creationId xmlns:a16="http://schemas.microsoft.com/office/drawing/2014/main" id="{1A0CC604-1255-4018-8622-02296E3D4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184438" y="2792413"/>
              <a:ext cx="504825" cy="695325"/>
            </a:xfrm>
            <a:custGeom>
              <a:avLst/>
              <a:gdLst>
                <a:gd name="T0" fmla="*/ 92075 w 318"/>
                <a:gd name="T1" fmla="*/ 14288 h 438"/>
                <a:gd name="T2" fmla="*/ 66675 w 318"/>
                <a:gd name="T3" fmla="*/ 6350 h 438"/>
                <a:gd name="T4" fmla="*/ 44450 w 318"/>
                <a:gd name="T5" fmla="*/ 0 h 438"/>
                <a:gd name="T6" fmla="*/ 0 w 318"/>
                <a:gd name="T7" fmla="*/ 0 h 438"/>
                <a:gd name="T8" fmla="*/ 4763 w 318"/>
                <a:gd name="T9" fmla="*/ 14288 h 438"/>
                <a:gd name="T10" fmla="*/ 4763 w 318"/>
                <a:gd name="T11" fmla="*/ 17463 h 438"/>
                <a:gd name="T12" fmla="*/ 217488 w 318"/>
                <a:gd name="T13" fmla="*/ 695325 h 438"/>
                <a:gd name="T14" fmla="*/ 504825 w 318"/>
                <a:gd name="T15" fmla="*/ 136525 h 438"/>
                <a:gd name="T16" fmla="*/ 92075 w 318"/>
                <a:gd name="T17" fmla="*/ 14288 h 4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8" h="438">
                  <a:moveTo>
                    <a:pt x="58" y="9"/>
                  </a:moveTo>
                  <a:lnTo>
                    <a:pt x="42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3" y="9"/>
                  </a:lnTo>
                  <a:lnTo>
                    <a:pt x="3" y="11"/>
                  </a:lnTo>
                  <a:lnTo>
                    <a:pt x="137" y="438"/>
                  </a:lnTo>
                  <a:lnTo>
                    <a:pt x="318" y="86"/>
                  </a:lnTo>
                  <a:lnTo>
                    <a:pt x="58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2" name="Freeform 154">
              <a:extLst>
                <a:ext uri="{FF2B5EF4-FFF2-40B4-BE49-F238E27FC236}">
                  <a16:creationId xmlns:a16="http://schemas.microsoft.com/office/drawing/2014/main" id="{FD57E6F0-E392-458E-8BFD-C2F03F6A7F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95400" y="3705225"/>
              <a:ext cx="639763" cy="111125"/>
            </a:xfrm>
            <a:custGeom>
              <a:avLst/>
              <a:gdLst>
                <a:gd name="T0" fmla="*/ 639763 w 403"/>
                <a:gd name="T1" fmla="*/ 111125 h 70"/>
                <a:gd name="T2" fmla="*/ 355600 w 403"/>
                <a:gd name="T3" fmla="*/ 0 h 70"/>
                <a:gd name="T4" fmla="*/ 0 w 403"/>
                <a:gd name="T5" fmla="*/ 111125 h 70"/>
                <a:gd name="T6" fmla="*/ 639763 w 403"/>
                <a:gd name="T7" fmla="*/ 111125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3" h="70">
                  <a:moveTo>
                    <a:pt x="403" y="70"/>
                  </a:moveTo>
                  <a:lnTo>
                    <a:pt x="224" y="0"/>
                  </a:lnTo>
                  <a:lnTo>
                    <a:pt x="0" y="70"/>
                  </a:lnTo>
                  <a:lnTo>
                    <a:pt x="403" y="7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3" name="Freeform 155">
              <a:extLst>
                <a:ext uri="{FF2B5EF4-FFF2-40B4-BE49-F238E27FC236}">
                  <a16:creationId xmlns:a16="http://schemas.microsoft.com/office/drawing/2014/main" id="{B62D658C-16A6-4F5E-94FD-EF7A386A7D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801600" y="2949575"/>
              <a:ext cx="115888" cy="325437"/>
            </a:xfrm>
            <a:custGeom>
              <a:avLst/>
              <a:gdLst>
                <a:gd name="T0" fmla="*/ 0 w 73"/>
                <a:gd name="T1" fmla="*/ 0 h 205"/>
                <a:gd name="T2" fmla="*/ 0 w 73"/>
                <a:gd name="T3" fmla="*/ 193675 h 205"/>
                <a:gd name="T4" fmla="*/ 15875 w 73"/>
                <a:gd name="T5" fmla="*/ 211137 h 205"/>
                <a:gd name="T6" fmla="*/ 115888 w 73"/>
                <a:gd name="T7" fmla="*/ 325437 h 205"/>
                <a:gd name="T8" fmla="*/ 15875 w 73"/>
                <a:gd name="T9" fmla="*/ 44450 h 205"/>
                <a:gd name="T10" fmla="*/ 0 w 73"/>
                <a:gd name="T11" fmla="*/ 0 h 2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205">
                  <a:moveTo>
                    <a:pt x="0" y="0"/>
                  </a:moveTo>
                  <a:lnTo>
                    <a:pt x="0" y="122"/>
                  </a:lnTo>
                  <a:lnTo>
                    <a:pt x="10" y="133"/>
                  </a:lnTo>
                  <a:lnTo>
                    <a:pt x="73" y="205"/>
                  </a:lnTo>
                  <a:lnTo>
                    <a:pt x="1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4" name="Freeform 156">
              <a:extLst>
                <a:ext uri="{FF2B5EF4-FFF2-40B4-BE49-F238E27FC236}">
                  <a16:creationId xmlns:a16="http://schemas.microsoft.com/office/drawing/2014/main" id="{29223147-8FB2-4F93-A256-BF3A164AAA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708063" y="2792413"/>
              <a:ext cx="595313" cy="171450"/>
            </a:xfrm>
            <a:custGeom>
              <a:avLst/>
              <a:gdLst>
                <a:gd name="T0" fmla="*/ 374650 w 375"/>
                <a:gd name="T1" fmla="*/ 14288 h 108"/>
                <a:gd name="T2" fmla="*/ 354013 w 375"/>
                <a:gd name="T3" fmla="*/ 0 h 108"/>
                <a:gd name="T4" fmla="*/ 0 w 375"/>
                <a:gd name="T5" fmla="*/ 0 h 108"/>
                <a:gd name="T6" fmla="*/ 49213 w 375"/>
                <a:gd name="T7" fmla="*/ 14288 h 108"/>
                <a:gd name="T8" fmla="*/ 595313 w 375"/>
                <a:gd name="T9" fmla="*/ 171450 h 108"/>
                <a:gd name="T10" fmla="*/ 374650 w 375"/>
                <a:gd name="T11" fmla="*/ 14288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5" h="108">
                  <a:moveTo>
                    <a:pt x="236" y="9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31" y="9"/>
                  </a:lnTo>
                  <a:lnTo>
                    <a:pt x="375" y="108"/>
                  </a:lnTo>
                  <a:lnTo>
                    <a:pt x="236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5" name="Freeform 157">
              <a:extLst>
                <a:ext uri="{FF2B5EF4-FFF2-40B4-BE49-F238E27FC236}">
                  <a16:creationId xmlns:a16="http://schemas.microsoft.com/office/drawing/2014/main" id="{24F4CE59-6C8E-4DB1-AABF-E174FC4C1B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01925" y="2860675"/>
              <a:ext cx="469900" cy="627062"/>
            </a:xfrm>
            <a:custGeom>
              <a:avLst/>
              <a:gdLst>
                <a:gd name="T0" fmla="*/ 468313 w 296"/>
                <a:gd name="T1" fmla="*/ 1587 h 395"/>
                <a:gd name="T2" fmla="*/ 287338 w 296"/>
                <a:gd name="T3" fmla="*/ 68262 h 395"/>
                <a:gd name="T4" fmla="*/ 0 w 296"/>
                <a:gd name="T5" fmla="*/ 627062 h 395"/>
                <a:gd name="T6" fmla="*/ 468313 w 296"/>
                <a:gd name="T7" fmla="*/ 190500 h 395"/>
                <a:gd name="T8" fmla="*/ 469900 w 296"/>
                <a:gd name="T9" fmla="*/ 188912 h 395"/>
                <a:gd name="T10" fmla="*/ 469900 w 296"/>
                <a:gd name="T11" fmla="*/ 0 h 395"/>
                <a:gd name="T12" fmla="*/ 468313 w 296"/>
                <a:gd name="T13" fmla="*/ 1587 h 3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6" h="395">
                  <a:moveTo>
                    <a:pt x="295" y="1"/>
                  </a:moveTo>
                  <a:lnTo>
                    <a:pt x="181" y="43"/>
                  </a:lnTo>
                  <a:lnTo>
                    <a:pt x="0" y="395"/>
                  </a:lnTo>
                  <a:lnTo>
                    <a:pt x="295" y="120"/>
                  </a:lnTo>
                  <a:lnTo>
                    <a:pt x="296" y="119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" name="Freeform 158">
              <a:extLst>
                <a:ext uri="{FF2B5EF4-FFF2-40B4-BE49-F238E27FC236}">
                  <a16:creationId xmlns:a16="http://schemas.microsoft.com/office/drawing/2014/main" id="{322CFC05-54FF-4AC8-9DE1-BC79744EE5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552738" y="3687763"/>
              <a:ext cx="319088" cy="128587"/>
            </a:xfrm>
            <a:custGeom>
              <a:avLst/>
              <a:gdLst>
                <a:gd name="T0" fmla="*/ 20638 w 201"/>
                <a:gd name="T1" fmla="*/ 90487 h 81"/>
                <a:gd name="T2" fmla="*/ 0 w 201"/>
                <a:gd name="T3" fmla="*/ 128587 h 81"/>
                <a:gd name="T4" fmla="*/ 317500 w 201"/>
                <a:gd name="T5" fmla="*/ 128587 h 81"/>
                <a:gd name="T6" fmla="*/ 319088 w 201"/>
                <a:gd name="T7" fmla="*/ 128587 h 81"/>
                <a:gd name="T8" fmla="*/ 319088 w 201"/>
                <a:gd name="T9" fmla="*/ 0 h 81"/>
                <a:gd name="T10" fmla="*/ 317500 w 201"/>
                <a:gd name="T11" fmla="*/ 0 h 81"/>
                <a:gd name="T12" fmla="*/ 20638 w 201"/>
                <a:gd name="T13" fmla="*/ 90487 h 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1" h="81">
                  <a:moveTo>
                    <a:pt x="13" y="57"/>
                  </a:moveTo>
                  <a:lnTo>
                    <a:pt x="0" y="81"/>
                  </a:lnTo>
                  <a:lnTo>
                    <a:pt x="200" y="81"/>
                  </a:lnTo>
                  <a:lnTo>
                    <a:pt x="201" y="81"/>
                  </a:lnTo>
                  <a:lnTo>
                    <a:pt x="201" y="0"/>
                  </a:lnTo>
                  <a:lnTo>
                    <a:pt x="200" y="0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7" name="Freeform 159">
              <a:extLst>
                <a:ext uri="{FF2B5EF4-FFF2-40B4-BE49-F238E27FC236}">
                  <a16:creationId xmlns:a16="http://schemas.microsoft.com/office/drawing/2014/main" id="{3357A76B-E745-46D1-B07F-4F4B497535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03250" y="3705225"/>
              <a:ext cx="1047750" cy="111125"/>
            </a:xfrm>
            <a:custGeom>
              <a:avLst/>
              <a:gdLst>
                <a:gd name="T0" fmla="*/ 692150 w 660"/>
                <a:gd name="T1" fmla="*/ 111125 h 70"/>
                <a:gd name="T2" fmla="*/ 1047750 w 660"/>
                <a:gd name="T3" fmla="*/ 0 h 70"/>
                <a:gd name="T4" fmla="*/ 0 w 660"/>
                <a:gd name="T5" fmla="*/ 111125 h 70"/>
                <a:gd name="T6" fmla="*/ 692150 w 660"/>
                <a:gd name="T7" fmla="*/ 111125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0" h="70">
                  <a:moveTo>
                    <a:pt x="436" y="70"/>
                  </a:moveTo>
                  <a:lnTo>
                    <a:pt x="660" y="0"/>
                  </a:lnTo>
                  <a:lnTo>
                    <a:pt x="0" y="70"/>
                  </a:lnTo>
                  <a:lnTo>
                    <a:pt x="436" y="7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8" name="Freeform 160">
              <a:extLst>
                <a:ext uri="{FF2B5EF4-FFF2-40B4-BE49-F238E27FC236}">
                  <a16:creationId xmlns:a16="http://schemas.microsoft.com/office/drawing/2014/main" id="{22CCFA09-D55C-4D8C-B72F-77F42182EF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17488" y="2792413"/>
              <a:ext cx="555625" cy="482600"/>
            </a:xfrm>
            <a:custGeom>
              <a:avLst/>
              <a:gdLst>
                <a:gd name="T0" fmla="*/ 555625 w 350"/>
                <a:gd name="T1" fmla="*/ 0 h 304"/>
                <a:gd name="T2" fmla="*/ 206375 w 350"/>
                <a:gd name="T3" fmla="*/ 0 h 304"/>
                <a:gd name="T4" fmla="*/ 200025 w 350"/>
                <a:gd name="T5" fmla="*/ 14288 h 304"/>
                <a:gd name="T6" fmla="*/ 0 w 350"/>
                <a:gd name="T7" fmla="*/ 482600 h 304"/>
                <a:gd name="T8" fmla="*/ 538163 w 350"/>
                <a:gd name="T9" fmla="*/ 14288 h 304"/>
                <a:gd name="T10" fmla="*/ 555625 w 350"/>
                <a:gd name="T11" fmla="*/ 0 h 3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0" h="304">
                  <a:moveTo>
                    <a:pt x="350" y="0"/>
                  </a:moveTo>
                  <a:lnTo>
                    <a:pt x="130" y="0"/>
                  </a:lnTo>
                  <a:lnTo>
                    <a:pt x="126" y="9"/>
                  </a:lnTo>
                  <a:lnTo>
                    <a:pt x="0" y="304"/>
                  </a:lnTo>
                  <a:lnTo>
                    <a:pt x="339" y="9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9" name="Freeform 161">
              <a:extLst>
                <a:ext uri="{FF2B5EF4-FFF2-40B4-BE49-F238E27FC236}">
                  <a16:creationId xmlns:a16="http://schemas.microsoft.com/office/drawing/2014/main" id="{6BABE0DE-0F26-4C88-B928-7493043F75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01925" y="3276600"/>
              <a:ext cx="469900" cy="211137"/>
            </a:xfrm>
            <a:custGeom>
              <a:avLst/>
              <a:gdLst>
                <a:gd name="T0" fmla="*/ 468313 w 296"/>
                <a:gd name="T1" fmla="*/ 0 h 133"/>
                <a:gd name="T2" fmla="*/ 0 w 296"/>
                <a:gd name="T3" fmla="*/ 211137 h 133"/>
                <a:gd name="T4" fmla="*/ 468313 w 296"/>
                <a:gd name="T5" fmla="*/ 207962 h 133"/>
                <a:gd name="T6" fmla="*/ 469900 w 296"/>
                <a:gd name="T7" fmla="*/ 207962 h 133"/>
                <a:gd name="T8" fmla="*/ 469900 w 296"/>
                <a:gd name="T9" fmla="*/ 0 h 133"/>
                <a:gd name="T10" fmla="*/ 468313 w 296"/>
                <a:gd name="T11" fmla="*/ 0 h 1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6" h="133">
                  <a:moveTo>
                    <a:pt x="295" y="0"/>
                  </a:moveTo>
                  <a:lnTo>
                    <a:pt x="0" y="133"/>
                  </a:lnTo>
                  <a:lnTo>
                    <a:pt x="295" y="131"/>
                  </a:lnTo>
                  <a:lnTo>
                    <a:pt x="296" y="131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0" name="Freeform 162">
              <a:extLst>
                <a:ext uri="{FF2B5EF4-FFF2-40B4-BE49-F238E27FC236}">
                  <a16:creationId xmlns:a16="http://schemas.microsoft.com/office/drawing/2014/main" id="{780A126D-BF37-4256-A597-78CB81E1D6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03375" y="2792413"/>
              <a:ext cx="849313" cy="334962"/>
            </a:xfrm>
            <a:custGeom>
              <a:avLst/>
              <a:gdLst>
                <a:gd name="T0" fmla="*/ 790575 w 535"/>
                <a:gd name="T1" fmla="*/ 34925 h 211"/>
                <a:gd name="T2" fmla="*/ 825500 w 535"/>
                <a:gd name="T3" fmla="*/ 14287 h 211"/>
                <a:gd name="T4" fmla="*/ 849313 w 535"/>
                <a:gd name="T5" fmla="*/ 0 h 211"/>
                <a:gd name="T6" fmla="*/ 806450 w 535"/>
                <a:gd name="T7" fmla="*/ 0 h 211"/>
                <a:gd name="T8" fmla="*/ 738188 w 535"/>
                <a:gd name="T9" fmla="*/ 14287 h 211"/>
                <a:gd name="T10" fmla="*/ 0 w 535"/>
                <a:gd name="T11" fmla="*/ 171450 h 211"/>
                <a:gd name="T12" fmla="*/ 268288 w 535"/>
                <a:gd name="T13" fmla="*/ 334962 h 211"/>
                <a:gd name="T14" fmla="*/ 790575 w 535"/>
                <a:gd name="T15" fmla="*/ 34925 h 2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35" h="211">
                  <a:moveTo>
                    <a:pt x="498" y="22"/>
                  </a:moveTo>
                  <a:lnTo>
                    <a:pt x="520" y="9"/>
                  </a:lnTo>
                  <a:lnTo>
                    <a:pt x="535" y="0"/>
                  </a:lnTo>
                  <a:lnTo>
                    <a:pt x="508" y="0"/>
                  </a:lnTo>
                  <a:lnTo>
                    <a:pt x="465" y="9"/>
                  </a:lnTo>
                  <a:lnTo>
                    <a:pt x="0" y="108"/>
                  </a:lnTo>
                  <a:lnTo>
                    <a:pt x="169" y="211"/>
                  </a:lnTo>
                  <a:lnTo>
                    <a:pt x="498" y="22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" name="Freeform 163">
              <a:extLst>
                <a:ext uri="{FF2B5EF4-FFF2-40B4-BE49-F238E27FC236}">
                  <a16:creationId xmlns:a16="http://schemas.microsoft.com/office/drawing/2014/main" id="{219436E5-8394-4E7D-8864-756D1CB654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70038" y="2792413"/>
              <a:ext cx="74613" cy="171450"/>
            </a:xfrm>
            <a:custGeom>
              <a:avLst/>
              <a:gdLst>
                <a:gd name="T0" fmla="*/ 74613 w 47"/>
                <a:gd name="T1" fmla="*/ 0 h 108"/>
                <a:gd name="T2" fmla="*/ 0 w 47"/>
                <a:gd name="T3" fmla="*/ 0 h 108"/>
                <a:gd name="T4" fmla="*/ 3175 w 47"/>
                <a:gd name="T5" fmla="*/ 14288 h 108"/>
                <a:gd name="T6" fmla="*/ 33338 w 47"/>
                <a:gd name="T7" fmla="*/ 171450 h 108"/>
                <a:gd name="T8" fmla="*/ 71438 w 47"/>
                <a:gd name="T9" fmla="*/ 14288 h 108"/>
                <a:gd name="T10" fmla="*/ 74613 w 47"/>
                <a:gd name="T11" fmla="*/ 0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08">
                  <a:moveTo>
                    <a:pt x="47" y="0"/>
                  </a:moveTo>
                  <a:lnTo>
                    <a:pt x="0" y="0"/>
                  </a:lnTo>
                  <a:lnTo>
                    <a:pt x="2" y="9"/>
                  </a:lnTo>
                  <a:lnTo>
                    <a:pt x="21" y="108"/>
                  </a:lnTo>
                  <a:lnTo>
                    <a:pt x="45" y="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2" name="Freeform 164">
              <a:extLst>
                <a:ext uri="{FF2B5EF4-FFF2-40B4-BE49-F238E27FC236}">
                  <a16:creationId xmlns:a16="http://schemas.microsoft.com/office/drawing/2014/main" id="{16C4E46C-B17D-459C-80D5-47D8266D23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51000" y="3182938"/>
              <a:ext cx="1050925" cy="522287"/>
            </a:xfrm>
            <a:custGeom>
              <a:avLst/>
              <a:gdLst>
                <a:gd name="T0" fmla="*/ 0 w 662"/>
                <a:gd name="T1" fmla="*/ 522287 h 329"/>
                <a:gd name="T2" fmla="*/ 1050925 w 662"/>
                <a:gd name="T3" fmla="*/ 304800 h 329"/>
                <a:gd name="T4" fmla="*/ 650875 w 662"/>
                <a:gd name="T5" fmla="*/ 0 h 329"/>
                <a:gd name="T6" fmla="*/ 0 w 662"/>
                <a:gd name="T7" fmla="*/ 522287 h 3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2" h="329">
                  <a:moveTo>
                    <a:pt x="0" y="329"/>
                  </a:moveTo>
                  <a:lnTo>
                    <a:pt x="662" y="192"/>
                  </a:lnTo>
                  <a:lnTo>
                    <a:pt x="410" y="0"/>
                  </a:lnTo>
                  <a:lnTo>
                    <a:pt x="0" y="329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3" name="Freeform 165">
              <a:extLst>
                <a:ext uri="{FF2B5EF4-FFF2-40B4-BE49-F238E27FC236}">
                  <a16:creationId xmlns:a16="http://schemas.microsoft.com/office/drawing/2014/main" id="{ED52D57A-5387-44BF-AAEB-C59B3F4C61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01925" y="3487738"/>
              <a:ext cx="171450" cy="328612"/>
            </a:xfrm>
            <a:custGeom>
              <a:avLst/>
              <a:gdLst>
                <a:gd name="T0" fmla="*/ 150813 w 108"/>
                <a:gd name="T1" fmla="*/ 328612 h 207"/>
                <a:gd name="T2" fmla="*/ 171450 w 108"/>
                <a:gd name="T3" fmla="*/ 290512 h 207"/>
                <a:gd name="T4" fmla="*/ 0 w 108"/>
                <a:gd name="T5" fmla="*/ 0 h 207"/>
                <a:gd name="T6" fmla="*/ 7938 w 108"/>
                <a:gd name="T7" fmla="*/ 328612 h 207"/>
                <a:gd name="T8" fmla="*/ 150813 w 108"/>
                <a:gd name="T9" fmla="*/ 328612 h 2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207">
                  <a:moveTo>
                    <a:pt x="95" y="207"/>
                  </a:moveTo>
                  <a:lnTo>
                    <a:pt x="108" y="183"/>
                  </a:lnTo>
                  <a:lnTo>
                    <a:pt x="0" y="0"/>
                  </a:lnTo>
                  <a:lnTo>
                    <a:pt x="5" y="207"/>
                  </a:lnTo>
                  <a:lnTo>
                    <a:pt x="95" y="20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4" name="Freeform 166">
              <a:extLst>
                <a:ext uri="{FF2B5EF4-FFF2-40B4-BE49-F238E27FC236}">
                  <a16:creationId xmlns:a16="http://schemas.microsoft.com/office/drawing/2014/main" id="{2AACFC00-23E8-4CA4-84CF-BF20BEA509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57300" y="2963863"/>
              <a:ext cx="393700" cy="741362"/>
            </a:xfrm>
            <a:custGeom>
              <a:avLst/>
              <a:gdLst>
                <a:gd name="T0" fmla="*/ 0 w 248"/>
                <a:gd name="T1" fmla="*/ 296862 h 467"/>
                <a:gd name="T2" fmla="*/ 393700 w 248"/>
                <a:gd name="T3" fmla="*/ 741362 h 467"/>
                <a:gd name="T4" fmla="*/ 346075 w 248"/>
                <a:gd name="T5" fmla="*/ 0 h 467"/>
                <a:gd name="T6" fmla="*/ 0 w 248"/>
                <a:gd name="T7" fmla="*/ 296862 h 4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8" h="467">
                  <a:moveTo>
                    <a:pt x="0" y="187"/>
                  </a:moveTo>
                  <a:lnTo>
                    <a:pt x="248" y="467"/>
                  </a:lnTo>
                  <a:lnTo>
                    <a:pt x="218" y="0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5" name="Freeform 167">
              <a:extLst>
                <a:ext uri="{FF2B5EF4-FFF2-40B4-BE49-F238E27FC236}">
                  <a16:creationId xmlns:a16="http://schemas.microsoft.com/office/drawing/2014/main" id="{F7FA41CE-21AB-43F5-86D0-645A7BCB19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801600" y="3225800"/>
              <a:ext cx="115888" cy="95250"/>
            </a:xfrm>
            <a:custGeom>
              <a:avLst/>
              <a:gdLst>
                <a:gd name="T0" fmla="*/ 0 w 73"/>
                <a:gd name="T1" fmla="*/ 0 h 60"/>
                <a:gd name="T2" fmla="*/ 0 w 73"/>
                <a:gd name="T3" fmla="*/ 95250 h 60"/>
                <a:gd name="T4" fmla="*/ 15875 w 73"/>
                <a:gd name="T5" fmla="*/ 88900 h 60"/>
                <a:gd name="T6" fmla="*/ 115888 w 73"/>
                <a:gd name="T7" fmla="*/ 49213 h 60"/>
                <a:gd name="T8" fmla="*/ 15875 w 73"/>
                <a:gd name="T9" fmla="*/ 6350 h 60"/>
                <a:gd name="T10" fmla="*/ 0 w 73"/>
                <a:gd name="T11" fmla="*/ 0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60">
                  <a:moveTo>
                    <a:pt x="0" y="0"/>
                  </a:moveTo>
                  <a:lnTo>
                    <a:pt x="0" y="60"/>
                  </a:lnTo>
                  <a:lnTo>
                    <a:pt x="10" y="56"/>
                  </a:lnTo>
                  <a:lnTo>
                    <a:pt x="73" y="31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6" name="Freeform 168">
              <a:extLst>
                <a:ext uri="{FF2B5EF4-FFF2-40B4-BE49-F238E27FC236}">
                  <a16:creationId xmlns:a16="http://schemas.microsoft.com/office/drawing/2014/main" id="{102DCA7C-756E-4DA0-A64A-699299E59E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17488" y="2792413"/>
              <a:ext cx="1385888" cy="482600"/>
            </a:xfrm>
            <a:custGeom>
              <a:avLst/>
              <a:gdLst>
                <a:gd name="T0" fmla="*/ 790575 w 873"/>
                <a:gd name="T1" fmla="*/ 0 h 304"/>
                <a:gd name="T2" fmla="*/ 557213 w 873"/>
                <a:gd name="T3" fmla="*/ 0 h 304"/>
                <a:gd name="T4" fmla="*/ 555625 w 873"/>
                <a:gd name="T5" fmla="*/ 0 h 304"/>
                <a:gd name="T6" fmla="*/ 538163 w 873"/>
                <a:gd name="T7" fmla="*/ 14288 h 304"/>
                <a:gd name="T8" fmla="*/ 0 w 873"/>
                <a:gd name="T9" fmla="*/ 482600 h 304"/>
                <a:gd name="T10" fmla="*/ 1385888 w 873"/>
                <a:gd name="T11" fmla="*/ 171450 h 304"/>
                <a:gd name="T12" fmla="*/ 839788 w 873"/>
                <a:gd name="T13" fmla="*/ 14288 h 304"/>
                <a:gd name="T14" fmla="*/ 790575 w 873"/>
                <a:gd name="T15" fmla="*/ 0 h 3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73" h="304">
                  <a:moveTo>
                    <a:pt x="498" y="0"/>
                  </a:moveTo>
                  <a:lnTo>
                    <a:pt x="351" y="0"/>
                  </a:lnTo>
                  <a:lnTo>
                    <a:pt x="350" y="0"/>
                  </a:lnTo>
                  <a:lnTo>
                    <a:pt x="339" y="9"/>
                  </a:lnTo>
                  <a:lnTo>
                    <a:pt x="0" y="304"/>
                  </a:lnTo>
                  <a:lnTo>
                    <a:pt x="873" y="108"/>
                  </a:lnTo>
                  <a:lnTo>
                    <a:pt x="529" y="9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7" name="Freeform 169">
              <a:extLst>
                <a:ext uri="{FF2B5EF4-FFF2-40B4-BE49-F238E27FC236}">
                  <a16:creationId xmlns:a16="http://schemas.microsoft.com/office/drawing/2014/main" id="{63A1F5CC-6FB6-4657-BFB8-709C911084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01925" y="3049588"/>
              <a:ext cx="469900" cy="438150"/>
            </a:xfrm>
            <a:custGeom>
              <a:avLst/>
              <a:gdLst>
                <a:gd name="T0" fmla="*/ 468313 w 296"/>
                <a:gd name="T1" fmla="*/ 1588 h 276"/>
                <a:gd name="T2" fmla="*/ 0 w 296"/>
                <a:gd name="T3" fmla="*/ 438150 h 276"/>
                <a:gd name="T4" fmla="*/ 468313 w 296"/>
                <a:gd name="T5" fmla="*/ 227013 h 276"/>
                <a:gd name="T6" fmla="*/ 469900 w 296"/>
                <a:gd name="T7" fmla="*/ 227013 h 276"/>
                <a:gd name="T8" fmla="*/ 469900 w 296"/>
                <a:gd name="T9" fmla="*/ 0 h 276"/>
                <a:gd name="T10" fmla="*/ 468313 w 296"/>
                <a:gd name="T11" fmla="*/ 1588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6" h="276">
                  <a:moveTo>
                    <a:pt x="295" y="1"/>
                  </a:moveTo>
                  <a:lnTo>
                    <a:pt x="0" y="276"/>
                  </a:lnTo>
                  <a:lnTo>
                    <a:pt x="295" y="143"/>
                  </a:lnTo>
                  <a:lnTo>
                    <a:pt x="296" y="143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8" name="Freeform 170">
              <a:extLst>
                <a:ext uri="{FF2B5EF4-FFF2-40B4-BE49-F238E27FC236}">
                  <a16:creationId xmlns:a16="http://schemas.microsoft.com/office/drawing/2014/main" id="{B56EBAA9-07D1-42E7-8664-1CC96C1D5F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01875" y="2792413"/>
              <a:ext cx="400050" cy="695325"/>
            </a:xfrm>
            <a:custGeom>
              <a:avLst/>
              <a:gdLst>
                <a:gd name="T0" fmla="*/ 187325 w 252"/>
                <a:gd name="T1" fmla="*/ 14288 h 438"/>
                <a:gd name="T2" fmla="*/ 182563 w 252"/>
                <a:gd name="T3" fmla="*/ 0 h 438"/>
                <a:gd name="T4" fmla="*/ 171450 w 252"/>
                <a:gd name="T5" fmla="*/ 0 h 438"/>
                <a:gd name="T6" fmla="*/ 165100 w 252"/>
                <a:gd name="T7" fmla="*/ 14288 h 438"/>
                <a:gd name="T8" fmla="*/ 161925 w 252"/>
                <a:gd name="T9" fmla="*/ 22225 h 438"/>
                <a:gd name="T10" fmla="*/ 0 w 252"/>
                <a:gd name="T11" fmla="*/ 390525 h 438"/>
                <a:gd name="T12" fmla="*/ 400050 w 252"/>
                <a:gd name="T13" fmla="*/ 695325 h 438"/>
                <a:gd name="T14" fmla="*/ 187325 w 252"/>
                <a:gd name="T15" fmla="*/ 17463 h 438"/>
                <a:gd name="T16" fmla="*/ 187325 w 252"/>
                <a:gd name="T17" fmla="*/ 14288 h 4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2" h="438">
                  <a:moveTo>
                    <a:pt x="118" y="9"/>
                  </a:moveTo>
                  <a:lnTo>
                    <a:pt x="115" y="0"/>
                  </a:lnTo>
                  <a:lnTo>
                    <a:pt x="108" y="0"/>
                  </a:lnTo>
                  <a:lnTo>
                    <a:pt x="104" y="9"/>
                  </a:lnTo>
                  <a:lnTo>
                    <a:pt x="102" y="14"/>
                  </a:lnTo>
                  <a:lnTo>
                    <a:pt x="0" y="246"/>
                  </a:lnTo>
                  <a:lnTo>
                    <a:pt x="252" y="438"/>
                  </a:lnTo>
                  <a:lnTo>
                    <a:pt x="118" y="11"/>
                  </a:lnTo>
                  <a:lnTo>
                    <a:pt x="118" y="9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9" name="Freeform 171">
              <a:extLst>
                <a:ext uri="{FF2B5EF4-FFF2-40B4-BE49-F238E27FC236}">
                  <a16:creationId xmlns:a16="http://schemas.microsoft.com/office/drawing/2014/main" id="{80EF25BC-2BCC-493D-889E-58F978F2AA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51000" y="3705225"/>
              <a:ext cx="922338" cy="111125"/>
            </a:xfrm>
            <a:custGeom>
              <a:avLst/>
              <a:gdLst>
                <a:gd name="T0" fmla="*/ 0 w 581"/>
                <a:gd name="T1" fmla="*/ 0 h 70"/>
                <a:gd name="T2" fmla="*/ 284163 w 581"/>
                <a:gd name="T3" fmla="*/ 111125 h 70"/>
                <a:gd name="T4" fmla="*/ 922338 w 581"/>
                <a:gd name="T5" fmla="*/ 111125 h 70"/>
                <a:gd name="T6" fmla="*/ 890588 w 581"/>
                <a:gd name="T7" fmla="*/ 53975 h 70"/>
                <a:gd name="T8" fmla="*/ 0 w 581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1" h="70">
                  <a:moveTo>
                    <a:pt x="0" y="0"/>
                  </a:moveTo>
                  <a:lnTo>
                    <a:pt x="179" y="70"/>
                  </a:lnTo>
                  <a:lnTo>
                    <a:pt x="581" y="70"/>
                  </a:lnTo>
                  <a:lnTo>
                    <a:pt x="561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0" name="Freeform 172">
              <a:extLst>
                <a:ext uri="{FF2B5EF4-FFF2-40B4-BE49-F238E27FC236}">
                  <a16:creationId xmlns:a16="http://schemas.microsoft.com/office/drawing/2014/main" id="{E7D55286-7357-4684-9F5A-9580FEA1D0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17488" y="3275013"/>
              <a:ext cx="1433513" cy="541337"/>
            </a:xfrm>
            <a:custGeom>
              <a:avLst/>
              <a:gdLst>
                <a:gd name="T0" fmla="*/ 284163 w 903"/>
                <a:gd name="T1" fmla="*/ 533400 h 341"/>
                <a:gd name="T2" fmla="*/ 288925 w 903"/>
                <a:gd name="T3" fmla="*/ 541337 h 341"/>
                <a:gd name="T4" fmla="*/ 385763 w 903"/>
                <a:gd name="T5" fmla="*/ 541337 h 341"/>
                <a:gd name="T6" fmla="*/ 1433513 w 903"/>
                <a:gd name="T7" fmla="*/ 430212 h 341"/>
                <a:gd name="T8" fmla="*/ 0 w 903"/>
                <a:gd name="T9" fmla="*/ 0 h 341"/>
                <a:gd name="T10" fmla="*/ 284163 w 903"/>
                <a:gd name="T11" fmla="*/ 533400 h 3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03" h="341">
                  <a:moveTo>
                    <a:pt x="179" y="336"/>
                  </a:moveTo>
                  <a:lnTo>
                    <a:pt x="182" y="341"/>
                  </a:lnTo>
                  <a:lnTo>
                    <a:pt x="243" y="341"/>
                  </a:lnTo>
                  <a:lnTo>
                    <a:pt x="903" y="271"/>
                  </a:lnTo>
                  <a:lnTo>
                    <a:pt x="0" y="0"/>
                  </a:lnTo>
                  <a:lnTo>
                    <a:pt x="179" y="336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" name="Freeform 173">
              <a:extLst>
                <a:ext uri="{FF2B5EF4-FFF2-40B4-BE49-F238E27FC236}">
                  <a16:creationId xmlns:a16="http://schemas.microsoft.com/office/drawing/2014/main" id="{1CA9F708-BBA0-4DC4-B12F-6A2800E75E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2075" y="2792413"/>
              <a:ext cx="241300" cy="171450"/>
            </a:xfrm>
            <a:custGeom>
              <a:avLst/>
              <a:gdLst>
                <a:gd name="T0" fmla="*/ 241300 w 152"/>
                <a:gd name="T1" fmla="*/ 171450 h 108"/>
                <a:gd name="T2" fmla="*/ 211138 w 152"/>
                <a:gd name="T3" fmla="*/ 14288 h 108"/>
                <a:gd name="T4" fmla="*/ 207963 w 152"/>
                <a:gd name="T5" fmla="*/ 0 h 108"/>
                <a:gd name="T6" fmla="*/ 0 w 152"/>
                <a:gd name="T7" fmla="*/ 0 h 108"/>
                <a:gd name="T8" fmla="*/ 20638 w 152"/>
                <a:gd name="T9" fmla="*/ 14288 h 108"/>
                <a:gd name="T10" fmla="*/ 241300 w 152"/>
                <a:gd name="T11" fmla="*/ 171450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2" h="108">
                  <a:moveTo>
                    <a:pt x="152" y="108"/>
                  </a:moveTo>
                  <a:lnTo>
                    <a:pt x="133" y="9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13" y="9"/>
                  </a:lnTo>
                  <a:lnTo>
                    <a:pt x="152" y="108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" name="Freeform 174">
              <a:extLst>
                <a:ext uri="{FF2B5EF4-FFF2-40B4-BE49-F238E27FC236}">
                  <a16:creationId xmlns:a16="http://schemas.microsoft.com/office/drawing/2014/main" id="{D18B2A29-8C52-438C-8F9A-BF62DBE99B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03325" y="3136900"/>
              <a:ext cx="395288" cy="400050"/>
            </a:xfrm>
            <a:custGeom>
              <a:avLst/>
              <a:gdLst>
                <a:gd name="T0" fmla="*/ 235735 w 825"/>
                <a:gd name="T1" fmla="*/ 0 h 834"/>
                <a:gd name="T2" fmla="*/ 107806 w 825"/>
                <a:gd name="T3" fmla="*/ 63317 h 834"/>
                <a:gd name="T4" fmla="*/ 107806 w 825"/>
                <a:gd name="T5" fmla="*/ 63317 h 834"/>
                <a:gd name="T6" fmla="*/ 107806 w 825"/>
                <a:gd name="T7" fmla="*/ 63317 h 834"/>
                <a:gd name="T8" fmla="*/ 107806 w 825"/>
                <a:gd name="T9" fmla="*/ 6715 h 834"/>
                <a:gd name="T10" fmla="*/ 0 w 825"/>
                <a:gd name="T11" fmla="*/ 6715 h 834"/>
                <a:gd name="T12" fmla="*/ 0 w 825"/>
                <a:gd name="T13" fmla="*/ 400050 h 834"/>
                <a:gd name="T14" fmla="*/ 107806 w 825"/>
                <a:gd name="T15" fmla="*/ 400050 h 834"/>
                <a:gd name="T16" fmla="*/ 107806 w 825"/>
                <a:gd name="T17" fmla="*/ 176041 h 834"/>
                <a:gd name="T18" fmla="*/ 196925 w 825"/>
                <a:gd name="T19" fmla="*/ 93057 h 834"/>
                <a:gd name="T20" fmla="*/ 287482 w 825"/>
                <a:gd name="T21" fmla="*/ 176041 h 834"/>
                <a:gd name="T22" fmla="*/ 287482 w 825"/>
                <a:gd name="T23" fmla="*/ 400050 h 834"/>
                <a:gd name="T24" fmla="*/ 395288 w 825"/>
                <a:gd name="T25" fmla="*/ 400050 h 834"/>
                <a:gd name="T26" fmla="*/ 395288 w 825"/>
                <a:gd name="T27" fmla="*/ 156374 h 834"/>
                <a:gd name="T28" fmla="*/ 235735 w 825"/>
                <a:gd name="T29" fmla="*/ 0 h 83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3" name="Freeform 175">
              <a:extLst>
                <a:ext uri="{FF2B5EF4-FFF2-40B4-BE49-F238E27FC236}">
                  <a16:creationId xmlns:a16="http://schemas.microsoft.com/office/drawing/2014/main" id="{C9F80991-6408-41C2-81E6-08222B5C3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747875" y="3143250"/>
              <a:ext cx="441325" cy="393700"/>
            </a:xfrm>
            <a:custGeom>
              <a:avLst/>
              <a:gdLst>
                <a:gd name="T0" fmla="*/ 317500 w 278"/>
                <a:gd name="T1" fmla="*/ 0 h 248"/>
                <a:gd name="T2" fmla="*/ 220663 w 278"/>
                <a:gd name="T3" fmla="*/ 268288 h 248"/>
                <a:gd name="T4" fmla="*/ 122238 w 278"/>
                <a:gd name="T5" fmla="*/ 0 h 248"/>
                <a:gd name="T6" fmla="*/ 0 w 278"/>
                <a:gd name="T7" fmla="*/ 0 h 248"/>
                <a:gd name="T8" fmla="*/ 161925 w 278"/>
                <a:gd name="T9" fmla="*/ 393700 h 248"/>
                <a:gd name="T10" fmla="*/ 279400 w 278"/>
                <a:gd name="T11" fmla="*/ 393700 h 248"/>
                <a:gd name="T12" fmla="*/ 441325 w 278"/>
                <a:gd name="T13" fmla="*/ 0 h 248"/>
                <a:gd name="T14" fmla="*/ 317500 w 278"/>
                <a:gd name="T15" fmla="*/ 0 h 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8" h="248">
                  <a:moveTo>
                    <a:pt x="200" y="0"/>
                  </a:moveTo>
                  <a:lnTo>
                    <a:pt x="139" y="169"/>
                  </a:lnTo>
                  <a:lnTo>
                    <a:pt x="77" y="0"/>
                  </a:lnTo>
                  <a:lnTo>
                    <a:pt x="0" y="0"/>
                  </a:lnTo>
                  <a:lnTo>
                    <a:pt x="102" y="248"/>
                  </a:lnTo>
                  <a:lnTo>
                    <a:pt x="176" y="248"/>
                  </a:lnTo>
                  <a:lnTo>
                    <a:pt x="278" y="0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4" name="Freeform 176">
              <a:extLst>
                <a:ext uri="{FF2B5EF4-FFF2-40B4-BE49-F238E27FC236}">
                  <a16:creationId xmlns:a16="http://schemas.microsoft.com/office/drawing/2014/main" id="{B771B37D-422F-4E05-A9BC-F94AE59D79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454063" y="3136900"/>
              <a:ext cx="409575" cy="406400"/>
            </a:xfrm>
            <a:custGeom>
              <a:avLst/>
              <a:gdLst>
                <a:gd name="T0" fmla="*/ 333497 w 856"/>
                <a:gd name="T1" fmla="*/ 278921 h 848"/>
                <a:gd name="T2" fmla="*/ 221056 w 856"/>
                <a:gd name="T3" fmla="*/ 320615 h 848"/>
                <a:gd name="T4" fmla="*/ 133973 w 856"/>
                <a:gd name="T5" fmla="*/ 288506 h 848"/>
                <a:gd name="T6" fmla="*/ 409575 w 856"/>
                <a:gd name="T7" fmla="*/ 173966 h 848"/>
                <a:gd name="T8" fmla="*/ 362684 w 856"/>
                <a:gd name="T9" fmla="*/ 64698 h 848"/>
                <a:gd name="T10" fmla="*/ 207658 w 856"/>
                <a:gd name="T11" fmla="*/ 0 h 848"/>
                <a:gd name="T12" fmla="*/ 0 w 856"/>
                <a:gd name="T13" fmla="*/ 203200 h 848"/>
                <a:gd name="T14" fmla="*/ 219620 w 856"/>
                <a:gd name="T15" fmla="*/ 406400 h 848"/>
                <a:gd name="T16" fmla="*/ 401919 w 856"/>
                <a:gd name="T17" fmla="*/ 331158 h 848"/>
                <a:gd name="T18" fmla="*/ 333497 w 856"/>
                <a:gd name="T19" fmla="*/ 278921 h 848"/>
                <a:gd name="T20" fmla="*/ 126796 w 856"/>
                <a:gd name="T21" fmla="*/ 125083 h 848"/>
                <a:gd name="T22" fmla="*/ 209572 w 856"/>
                <a:gd name="T23" fmla="*/ 85785 h 848"/>
                <a:gd name="T24" fmla="*/ 292827 w 856"/>
                <a:gd name="T25" fmla="*/ 140898 h 848"/>
                <a:gd name="T26" fmla="*/ 104786 w 856"/>
                <a:gd name="T27" fmla="*/ 219015 h 848"/>
                <a:gd name="T28" fmla="*/ 126796 w 856"/>
                <a:gd name="T29" fmla="*/ 125083 h 84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5" name="Freeform 177">
              <a:extLst>
                <a:ext uri="{FF2B5EF4-FFF2-40B4-BE49-F238E27FC236}">
                  <a16:creationId xmlns:a16="http://schemas.microsoft.com/office/drawing/2014/main" id="{434FB3E1-81D7-4BD9-87A1-69E7793A7E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087350" y="3025775"/>
              <a:ext cx="355600" cy="511175"/>
            </a:xfrm>
            <a:custGeom>
              <a:avLst/>
              <a:gdLst>
                <a:gd name="T0" fmla="*/ 355600 w 224"/>
                <a:gd name="T1" fmla="*/ 411163 h 322"/>
                <a:gd name="T2" fmla="*/ 109538 w 224"/>
                <a:gd name="T3" fmla="*/ 411163 h 322"/>
                <a:gd name="T4" fmla="*/ 109538 w 224"/>
                <a:gd name="T5" fmla="*/ 0 h 322"/>
                <a:gd name="T6" fmla="*/ 0 w 224"/>
                <a:gd name="T7" fmla="*/ 0 h 322"/>
                <a:gd name="T8" fmla="*/ 0 w 224"/>
                <a:gd name="T9" fmla="*/ 511175 h 322"/>
                <a:gd name="T10" fmla="*/ 355600 w 224"/>
                <a:gd name="T11" fmla="*/ 511175 h 322"/>
                <a:gd name="T12" fmla="*/ 355600 w 224"/>
                <a:gd name="T13" fmla="*/ 411163 h 3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4" h="322">
                  <a:moveTo>
                    <a:pt x="224" y="259"/>
                  </a:moveTo>
                  <a:lnTo>
                    <a:pt x="69" y="259"/>
                  </a:lnTo>
                  <a:lnTo>
                    <a:pt x="69" y="0"/>
                  </a:lnTo>
                  <a:lnTo>
                    <a:pt x="0" y="0"/>
                  </a:lnTo>
                  <a:lnTo>
                    <a:pt x="0" y="322"/>
                  </a:lnTo>
                  <a:lnTo>
                    <a:pt x="224" y="322"/>
                  </a:lnTo>
                  <a:lnTo>
                    <a:pt x="224" y="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6" name="Freeform 178">
              <a:extLst>
                <a:ext uri="{FF2B5EF4-FFF2-40B4-BE49-F238E27FC236}">
                  <a16:creationId xmlns:a16="http://schemas.microsoft.com/office/drawing/2014/main" id="{296DAE50-CD30-4B85-A54C-890C3086C4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173325" y="3136900"/>
              <a:ext cx="422275" cy="406400"/>
            </a:xfrm>
            <a:custGeom>
              <a:avLst/>
              <a:gdLst>
                <a:gd name="T0" fmla="*/ 210419 w 881"/>
                <a:gd name="T1" fmla="*/ 406400 h 848"/>
                <a:gd name="T2" fmla="*/ 0 w 881"/>
                <a:gd name="T3" fmla="*/ 203200 h 848"/>
                <a:gd name="T4" fmla="*/ 211856 w 881"/>
                <a:gd name="T5" fmla="*/ 0 h 848"/>
                <a:gd name="T6" fmla="*/ 422275 w 881"/>
                <a:gd name="T7" fmla="*/ 203200 h 848"/>
                <a:gd name="T8" fmla="*/ 210419 w 881"/>
                <a:gd name="T9" fmla="*/ 406400 h 848"/>
                <a:gd name="T10" fmla="*/ 210419 w 881"/>
                <a:gd name="T11" fmla="*/ 92494 h 848"/>
                <a:gd name="T12" fmla="*/ 106408 w 881"/>
                <a:gd name="T13" fmla="*/ 203200 h 848"/>
                <a:gd name="T14" fmla="*/ 211856 w 881"/>
                <a:gd name="T15" fmla="*/ 313906 h 848"/>
                <a:gd name="T16" fmla="*/ 315867 w 881"/>
                <a:gd name="T17" fmla="*/ 203200 h 848"/>
                <a:gd name="T18" fmla="*/ 210419 w 881"/>
                <a:gd name="T19" fmla="*/ 92494 h 8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7" name="Freeform 179">
              <a:extLst>
                <a:ext uri="{FF2B5EF4-FFF2-40B4-BE49-F238E27FC236}">
                  <a16:creationId xmlns:a16="http://schemas.microsoft.com/office/drawing/2014/main" id="{E553A463-33D5-46ED-91C2-44AAE729F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341475" y="3136900"/>
              <a:ext cx="422275" cy="406400"/>
            </a:xfrm>
            <a:custGeom>
              <a:avLst/>
              <a:gdLst>
                <a:gd name="T0" fmla="*/ 210180 w 882"/>
                <a:gd name="T1" fmla="*/ 406400 h 848"/>
                <a:gd name="T2" fmla="*/ 0 w 882"/>
                <a:gd name="T3" fmla="*/ 203200 h 848"/>
                <a:gd name="T4" fmla="*/ 211616 w 882"/>
                <a:gd name="T5" fmla="*/ 0 h 848"/>
                <a:gd name="T6" fmla="*/ 422275 w 882"/>
                <a:gd name="T7" fmla="*/ 203200 h 848"/>
                <a:gd name="T8" fmla="*/ 210180 w 882"/>
                <a:gd name="T9" fmla="*/ 406400 h 848"/>
                <a:gd name="T10" fmla="*/ 210180 w 882"/>
                <a:gd name="T11" fmla="*/ 92494 h 848"/>
                <a:gd name="T12" fmla="*/ 106287 w 882"/>
                <a:gd name="T13" fmla="*/ 203200 h 848"/>
                <a:gd name="T14" fmla="*/ 211616 w 882"/>
                <a:gd name="T15" fmla="*/ 313906 h 848"/>
                <a:gd name="T16" fmla="*/ 315988 w 882"/>
                <a:gd name="T17" fmla="*/ 203200 h 848"/>
                <a:gd name="T18" fmla="*/ 210180 w 882"/>
                <a:gd name="T19" fmla="*/ 92494 h 8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8" name="TextBox 48">
            <a:extLst>
              <a:ext uri="{FF2B5EF4-FFF2-40B4-BE49-F238E27FC236}">
                <a16:creationId xmlns:a16="http://schemas.microsoft.com/office/drawing/2014/main" id="{DA8CE082-51C9-4582-A50E-C66B59B29AD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9418" y="6473825"/>
            <a:ext cx="4115872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17613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1000">
                <a:ea typeface="宋体" panose="02010600030101010101" pitchFamily="2" charset="-122"/>
                <a:cs typeface="Arial" panose="020B0604020202020204" pitchFamily="34" charset="0"/>
              </a:rPr>
              <a:t>2019 Lenovo Internal. All rights reserved.</a:t>
            </a:r>
          </a:p>
        </p:txBody>
      </p:sp>
      <p:sp>
        <p:nvSpPr>
          <p:cNvPr id="56" name="Title 16"/>
          <p:cNvSpPr>
            <a:spLocks noGrp="1"/>
          </p:cNvSpPr>
          <p:nvPr>
            <p:ph type="title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987" rtl="0" eaLnBrk="1" latinLnBrk="0" hangingPunct="1">
              <a:lnSpc>
                <a:spcPts val="7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5" name="Subtitle 2"/>
          <p:cNvSpPr>
            <a:spLocks noGrp="1"/>
          </p:cNvSpPr>
          <p:nvPr>
            <p:ph type="subTitle" idx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11018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0">
            <a:extLst>
              <a:ext uri="{FF2B5EF4-FFF2-40B4-BE49-F238E27FC236}">
                <a16:creationId xmlns:a16="http://schemas.microsoft.com/office/drawing/2014/main" id="{09AF00C3-C787-4DD8-B0EB-C0AAE1518493}"/>
              </a:ext>
            </a:extLst>
          </p:cNvPr>
          <p:cNvGrpSpPr/>
          <p:nvPr userDrawn="1"/>
        </p:nvGrpSpPr>
        <p:grpSpPr>
          <a:xfrm>
            <a:off x="541190" y="2649538"/>
            <a:ext cx="9288143" cy="2092325"/>
            <a:chOff x="541049" y="2649538"/>
            <a:chExt cx="9285724" cy="2092325"/>
          </a:xfrm>
          <a:solidFill>
            <a:schemeClr val="tx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A8BB1D0-0B5C-4E87-B139-302255CC4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C7EACA98-943F-4432-900E-31B151A7E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911583AD-2C49-4E6F-B820-BB0C8A040B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811701A7-7E79-4C8F-80FF-9CCF7C6F6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1F023AC0-DDFA-4765-B373-4C59ABFC6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92C76F2D-688F-473F-B679-A5E6CACF9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9" name="Oval 11">
              <a:extLst>
                <a:ext uri="{FF2B5EF4-FFF2-40B4-BE49-F238E27FC236}">
                  <a16:creationId xmlns:a16="http://schemas.microsoft.com/office/drawing/2014/main" id="{47A79445-C703-43C0-A3F3-CEABE0967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</p:grpSp>
      <p:grpSp>
        <p:nvGrpSpPr>
          <p:cNvPr id="10" name="Group 16">
            <a:extLst>
              <a:ext uri="{FF2B5EF4-FFF2-40B4-BE49-F238E27FC236}">
                <a16:creationId xmlns:a16="http://schemas.microsoft.com/office/drawing/2014/main" id="{75F78BE2-0951-4E1B-8BCD-D7300CE59F47}"/>
              </a:ext>
            </a:extLst>
          </p:cNvPr>
          <p:cNvGrpSpPr>
            <a:grpSpLocks/>
          </p:cNvGrpSpPr>
          <p:nvPr userDrawn="1"/>
        </p:nvGrpSpPr>
        <p:grpSpPr bwMode="auto">
          <a:xfrm rot="-5400000">
            <a:off x="10817930" y="3320168"/>
            <a:ext cx="2060575" cy="687566"/>
            <a:chOff x="12801600" y="2792413"/>
            <a:chExt cx="3070226" cy="1023937"/>
          </a:xfrm>
        </p:grpSpPr>
        <p:sp>
          <p:nvSpPr>
            <p:cNvPr id="11" name="Freeform 137">
              <a:extLst>
                <a:ext uri="{FF2B5EF4-FFF2-40B4-BE49-F238E27FC236}">
                  <a16:creationId xmlns:a16="http://schemas.microsoft.com/office/drawing/2014/main" id="{0D5A38E8-F27B-4327-A76A-B69C0729CF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01925" y="3484563"/>
              <a:ext cx="469900" cy="293687"/>
            </a:xfrm>
            <a:custGeom>
              <a:avLst/>
              <a:gdLst>
                <a:gd name="T0" fmla="*/ 468313 w 296"/>
                <a:gd name="T1" fmla="*/ 0 h 185"/>
                <a:gd name="T2" fmla="*/ 0 w 296"/>
                <a:gd name="T3" fmla="*/ 3175 h 185"/>
                <a:gd name="T4" fmla="*/ 171450 w 296"/>
                <a:gd name="T5" fmla="*/ 293687 h 185"/>
                <a:gd name="T6" fmla="*/ 468313 w 296"/>
                <a:gd name="T7" fmla="*/ 203200 h 185"/>
                <a:gd name="T8" fmla="*/ 469900 w 296"/>
                <a:gd name="T9" fmla="*/ 203200 h 185"/>
                <a:gd name="T10" fmla="*/ 469900 w 296"/>
                <a:gd name="T11" fmla="*/ 0 h 185"/>
                <a:gd name="T12" fmla="*/ 468313 w 296"/>
                <a:gd name="T13" fmla="*/ 0 h 1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6" h="185">
                  <a:moveTo>
                    <a:pt x="295" y="0"/>
                  </a:moveTo>
                  <a:lnTo>
                    <a:pt x="0" y="2"/>
                  </a:lnTo>
                  <a:lnTo>
                    <a:pt x="108" y="185"/>
                  </a:lnTo>
                  <a:lnTo>
                    <a:pt x="295" y="128"/>
                  </a:lnTo>
                  <a:lnTo>
                    <a:pt x="296" y="128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" name="Freeform 138">
              <a:extLst>
                <a:ext uri="{FF2B5EF4-FFF2-40B4-BE49-F238E27FC236}">
                  <a16:creationId xmlns:a16="http://schemas.microsoft.com/office/drawing/2014/main" id="{A424E070-AEAE-420A-B39B-F09B3CFCF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03375" y="2792413"/>
              <a:ext cx="806450" cy="171450"/>
            </a:xfrm>
            <a:custGeom>
              <a:avLst/>
              <a:gdLst>
                <a:gd name="T0" fmla="*/ 158750 w 508"/>
                <a:gd name="T1" fmla="*/ 14288 h 108"/>
                <a:gd name="T2" fmla="*/ 0 w 508"/>
                <a:gd name="T3" fmla="*/ 171450 h 108"/>
                <a:gd name="T4" fmla="*/ 738188 w 508"/>
                <a:gd name="T5" fmla="*/ 14288 h 108"/>
                <a:gd name="T6" fmla="*/ 806450 w 508"/>
                <a:gd name="T7" fmla="*/ 0 h 108"/>
                <a:gd name="T8" fmla="*/ 173038 w 508"/>
                <a:gd name="T9" fmla="*/ 0 h 108"/>
                <a:gd name="T10" fmla="*/ 158750 w 508"/>
                <a:gd name="T11" fmla="*/ 14288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8" h="108">
                  <a:moveTo>
                    <a:pt x="100" y="9"/>
                  </a:moveTo>
                  <a:lnTo>
                    <a:pt x="0" y="108"/>
                  </a:lnTo>
                  <a:lnTo>
                    <a:pt x="465" y="9"/>
                  </a:lnTo>
                  <a:lnTo>
                    <a:pt x="508" y="0"/>
                  </a:lnTo>
                  <a:lnTo>
                    <a:pt x="109" y="0"/>
                  </a:lnTo>
                  <a:lnTo>
                    <a:pt x="100" y="9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3" name="Freeform 139">
              <a:extLst>
                <a:ext uri="{FF2B5EF4-FFF2-40B4-BE49-F238E27FC236}">
                  <a16:creationId xmlns:a16="http://schemas.microsoft.com/office/drawing/2014/main" id="{4CC3E372-6079-4A35-B314-3953A1D267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812713" y="3275013"/>
              <a:ext cx="393700" cy="541337"/>
            </a:xfrm>
            <a:custGeom>
              <a:avLst/>
              <a:gdLst>
                <a:gd name="T0" fmla="*/ 104775 w 248"/>
                <a:gd name="T1" fmla="*/ 0 h 341"/>
                <a:gd name="T2" fmla="*/ 4763 w 248"/>
                <a:gd name="T3" fmla="*/ 522287 h 341"/>
                <a:gd name="T4" fmla="*/ 0 w 248"/>
                <a:gd name="T5" fmla="*/ 541337 h 341"/>
                <a:gd name="T6" fmla="*/ 4763 w 248"/>
                <a:gd name="T7" fmla="*/ 541337 h 341"/>
                <a:gd name="T8" fmla="*/ 304800 w 248"/>
                <a:gd name="T9" fmla="*/ 541337 h 341"/>
                <a:gd name="T10" fmla="*/ 393700 w 248"/>
                <a:gd name="T11" fmla="*/ 541337 h 341"/>
                <a:gd name="T12" fmla="*/ 388938 w 248"/>
                <a:gd name="T13" fmla="*/ 533400 h 341"/>
                <a:gd name="T14" fmla="*/ 104775 w 248"/>
                <a:gd name="T15" fmla="*/ 0 h 3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8" h="341">
                  <a:moveTo>
                    <a:pt x="66" y="0"/>
                  </a:moveTo>
                  <a:lnTo>
                    <a:pt x="3" y="329"/>
                  </a:lnTo>
                  <a:lnTo>
                    <a:pt x="0" y="341"/>
                  </a:lnTo>
                  <a:lnTo>
                    <a:pt x="3" y="341"/>
                  </a:lnTo>
                  <a:lnTo>
                    <a:pt x="192" y="341"/>
                  </a:lnTo>
                  <a:lnTo>
                    <a:pt x="248" y="341"/>
                  </a:lnTo>
                  <a:lnTo>
                    <a:pt x="245" y="336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DC00"/>
            </a:solidFill>
            <a:ln w="3175">
              <a:solidFill>
                <a:srgbClr val="FFDC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40">
              <a:extLst>
                <a:ext uri="{FF2B5EF4-FFF2-40B4-BE49-F238E27FC236}">
                  <a16:creationId xmlns:a16="http://schemas.microsoft.com/office/drawing/2014/main" id="{457B6E99-13B8-46C7-9257-919C22BFB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241588" y="3487738"/>
              <a:ext cx="168275" cy="328612"/>
            </a:xfrm>
            <a:custGeom>
              <a:avLst/>
              <a:gdLst>
                <a:gd name="T0" fmla="*/ 160338 w 106"/>
                <a:gd name="T1" fmla="*/ 0 h 207"/>
                <a:gd name="T2" fmla="*/ 0 w 106"/>
                <a:gd name="T3" fmla="*/ 271462 h 207"/>
                <a:gd name="T4" fmla="*/ 31750 w 106"/>
                <a:gd name="T5" fmla="*/ 328612 h 207"/>
                <a:gd name="T6" fmla="*/ 168275 w 106"/>
                <a:gd name="T7" fmla="*/ 328612 h 207"/>
                <a:gd name="T8" fmla="*/ 160338 w 106"/>
                <a:gd name="T9" fmla="*/ 0 h 2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207">
                  <a:moveTo>
                    <a:pt x="101" y="0"/>
                  </a:moveTo>
                  <a:lnTo>
                    <a:pt x="0" y="171"/>
                  </a:lnTo>
                  <a:lnTo>
                    <a:pt x="20" y="207"/>
                  </a:lnTo>
                  <a:lnTo>
                    <a:pt x="106" y="20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5" name="Freeform 141">
              <a:extLst>
                <a:ext uri="{FF2B5EF4-FFF2-40B4-BE49-F238E27FC236}">
                  <a16:creationId xmlns:a16="http://schemas.microsoft.com/office/drawing/2014/main" id="{67098ABE-91B0-4A07-B8DE-55C47DE0B49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03375" y="2963863"/>
              <a:ext cx="268288" cy="741362"/>
            </a:xfrm>
            <a:custGeom>
              <a:avLst/>
              <a:gdLst>
                <a:gd name="T0" fmla="*/ 47625 w 169"/>
                <a:gd name="T1" fmla="*/ 741362 h 467"/>
                <a:gd name="T2" fmla="*/ 268288 w 169"/>
                <a:gd name="T3" fmla="*/ 163512 h 467"/>
                <a:gd name="T4" fmla="*/ 0 w 169"/>
                <a:gd name="T5" fmla="*/ 0 h 467"/>
                <a:gd name="T6" fmla="*/ 47625 w 169"/>
                <a:gd name="T7" fmla="*/ 741362 h 4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9" h="467">
                  <a:moveTo>
                    <a:pt x="30" y="467"/>
                  </a:moveTo>
                  <a:lnTo>
                    <a:pt x="169" y="103"/>
                  </a:lnTo>
                  <a:lnTo>
                    <a:pt x="0" y="0"/>
                  </a:lnTo>
                  <a:lnTo>
                    <a:pt x="30" y="467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6" name="Freeform 142">
              <a:extLst>
                <a:ext uri="{FF2B5EF4-FFF2-40B4-BE49-F238E27FC236}">
                  <a16:creationId xmlns:a16="http://schemas.microsoft.com/office/drawing/2014/main" id="{319C7AEE-7247-429B-8DDA-522FC549E3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801600" y="3275013"/>
              <a:ext cx="115888" cy="541337"/>
            </a:xfrm>
            <a:custGeom>
              <a:avLst/>
              <a:gdLst>
                <a:gd name="T0" fmla="*/ 0 w 73"/>
                <a:gd name="T1" fmla="*/ 130175 h 341"/>
                <a:gd name="T2" fmla="*/ 0 w 73"/>
                <a:gd name="T3" fmla="*/ 541337 h 341"/>
                <a:gd name="T4" fmla="*/ 9525 w 73"/>
                <a:gd name="T5" fmla="*/ 541337 h 341"/>
                <a:gd name="T6" fmla="*/ 11113 w 73"/>
                <a:gd name="T7" fmla="*/ 541337 h 341"/>
                <a:gd name="T8" fmla="*/ 15875 w 73"/>
                <a:gd name="T9" fmla="*/ 522287 h 341"/>
                <a:gd name="T10" fmla="*/ 115888 w 73"/>
                <a:gd name="T11" fmla="*/ 0 h 341"/>
                <a:gd name="T12" fmla="*/ 15875 w 73"/>
                <a:gd name="T13" fmla="*/ 112712 h 341"/>
                <a:gd name="T14" fmla="*/ 0 w 73"/>
                <a:gd name="T15" fmla="*/ 130175 h 3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" h="341">
                  <a:moveTo>
                    <a:pt x="0" y="82"/>
                  </a:moveTo>
                  <a:lnTo>
                    <a:pt x="0" y="341"/>
                  </a:lnTo>
                  <a:lnTo>
                    <a:pt x="6" y="341"/>
                  </a:lnTo>
                  <a:lnTo>
                    <a:pt x="7" y="341"/>
                  </a:lnTo>
                  <a:lnTo>
                    <a:pt x="10" y="329"/>
                  </a:lnTo>
                  <a:lnTo>
                    <a:pt x="73" y="0"/>
                  </a:lnTo>
                  <a:lnTo>
                    <a:pt x="10" y="71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36C21"/>
            </a:solidFill>
            <a:ln w="3175">
              <a:solidFill>
                <a:srgbClr val="F36C2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7" name="Freeform 143">
              <a:extLst>
                <a:ext uri="{FF2B5EF4-FFF2-40B4-BE49-F238E27FC236}">
                  <a16:creationId xmlns:a16="http://schemas.microsoft.com/office/drawing/2014/main" id="{382BE271-7B6C-41DA-AB89-745BEB35B6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17488" y="2963863"/>
              <a:ext cx="1385888" cy="311150"/>
            </a:xfrm>
            <a:custGeom>
              <a:avLst/>
              <a:gdLst>
                <a:gd name="T0" fmla="*/ 1039813 w 873"/>
                <a:gd name="T1" fmla="*/ 296863 h 196"/>
                <a:gd name="T2" fmla="*/ 1385888 w 873"/>
                <a:gd name="T3" fmla="*/ 0 h 196"/>
                <a:gd name="T4" fmla="*/ 0 w 873"/>
                <a:gd name="T5" fmla="*/ 311150 h 196"/>
                <a:gd name="T6" fmla="*/ 1039813 w 873"/>
                <a:gd name="T7" fmla="*/ 296863 h 1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73" h="196">
                  <a:moveTo>
                    <a:pt x="655" y="187"/>
                  </a:moveTo>
                  <a:lnTo>
                    <a:pt x="873" y="0"/>
                  </a:lnTo>
                  <a:lnTo>
                    <a:pt x="0" y="196"/>
                  </a:lnTo>
                  <a:lnTo>
                    <a:pt x="655" y="187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8" name="Freeform 144">
              <a:extLst>
                <a:ext uri="{FF2B5EF4-FFF2-40B4-BE49-F238E27FC236}">
                  <a16:creationId xmlns:a16="http://schemas.microsoft.com/office/drawing/2014/main" id="{124091C5-5797-468D-B418-46E566614C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51000" y="2792413"/>
              <a:ext cx="822325" cy="912812"/>
            </a:xfrm>
            <a:custGeom>
              <a:avLst/>
              <a:gdLst>
                <a:gd name="T0" fmla="*/ 814388 w 518"/>
                <a:gd name="T1" fmla="*/ 0 h 575"/>
                <a:gd name="T2" fmla="*/ 801688 w 518"/>
                <a:gd name="T3" fmla="*/ 14287 h 575"/>
                <a:gd name="T4" fmla="*/ 792163 w 518"/>
                <a:gd name="T5" fmla="*/ 25400 h 575"/>
                <a:gd name="T6" fmla="*/ 0 w 518"/>
                <a:gd name="T7" fmla="*/ 912812 h 575"/>
                <a:gd name="T8" fmla="*/ 650875 w 518"/>
                <a:gd name="T9" fmla="*/ 390525 h 575"/>
                <a:gd name="T10" fmla="*/ 812800 w 518"/>
                <a:gd name="T11" fmla="*/ 22225 h 575"/>
                <a:gd name="T12" fmla="*/ 815975 w 518"/>
                <a:gd name="T13" fmla="*/ 14287 h 575"/>
                <a:gd name="T14" fmla="*/ 822325 w 518"/>
                <a:gd name="T15" fmla="*/ 0 h 575"/>
                <a:gd name="T16" fmla="*/ 814388 w 518"/>
                <a:gd name="T17" fmla="*/ 0 h 5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8" h="575">
                  <a:moveTo>
                    <a:pt x="513" y="0"/>
                  </a:moveTo>
                  <a:lnTo>
                    <a:pt x="505" y="9"/>
                  </a:lnTo>
                  <a:lnTo>
                    <a:pt x="499" y="16"/>
                  </a:lnTo>
                  <a:lnTo>
                    <a:pt x="0" y="575"/>
                  </a:lnTo>
                  <a:lnTo>
                    <a:pt x="410" y="246"/>
                  </a:lnTo>
                  <a:lnTo>
                    <a:pt x="512" y="14"/>
                  </a:lnTo>
                  <a:lnTo>
                    <a:pt x="514" y="9"/>
                  </a:lnTo>
                  <a:lnTo>
                    <a:pt x="518" y="0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9" name="Freeform 145">
              <a:extLst>
                <a:ext uri="{FF2B5EF4-FFF2-40B4-BE49-F238E27FC236}">
                  <a16:creationId xmlns:a16="http://schemas.microsoft.com/office/drawing/2014/main" id="{675A0BFF-4B79-44C7-A8E8-FD015EF71C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801600" y="3143250"/>
              <a:ext cx="115888" cy="131762"/>
            </a:xfrm>
            <a:custGeom>
              <a:avLst/>
              <a:gdLst>
                <a:gd name="T0" fmla="*/ 0 w 73"/>
                <a:gd name="T1" fmla="*/ 0 h 83"/>
                <a:gd name="T2" fmla="*/ 0 w 73"/>
                <a:gd name="T3" fmla="*/ 82550 h 83"/>
                <a:gd name="T4" fmla="*/ 15875 w 73"/>
                <a:gd name="T5" fmla="*/ 88900 h 83"/>
                <a:gd name="T6" fmla="*/ 115888 w 73"/>
                <a:gd name="T7" fmla="*/ 131762 h 83"/>
                <a:gd name="T8" fmla="*/ 15875 w 73"/>
                <a:gd name="T9" fmla="*/ 17462 h 83"/>
                <a:gd name="T10" fmla="*/ 0 w 73"/>
                <a:gd name="T11" fmla="*/ 0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83">
                  <a:moveTo>
                    <a:pt x="0" y="0"/>
                  </a:moveTo>
                  <a:lnTo>
                    <a:pt x="0" y="52"/>
                  </a:lnTo>
                  <a:lnTo>
                    <a:pt x="10" y="56"/>
                  </a:lnTo>
                  <a:lnTo>
                    <a:pt x="73" y="83"/>
                  </a:lnTo>
                  <a:lnTo>
                    <a:pt x="1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BE4C"/>
            </a:solidFill>
            <a:ln w="3175">
              <a:solidFill>
                <a:srgbClr val="6EBE4C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0" name="Freeform 146">
              <a:extLst>
                <a:ext uri="{FF2B5EF4-FFF2-40B4-BE49-F238E27FC236}">
                  <a16:creationId xmlns:a16="http://schemas.microsoft.com/office/drawing/2014/main" id="{C4561BFB-731E-43DA-A555-E2590F6065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228888" y="2792413"/>
              <a:ext cx="642938" cy="136525"/>
            </a:xfrm>
            <a:custGeom>
              <a:avLst/>
              <a:gdLst>
                <a:gd name="T0" fmla="*/ 641350 w 405"/>
                <a:gd name="T1" fmla="*/ 0 h 86"/>
                <a:gd name="T2" fmla="*/ 63500 w 405"/>
                <a:gd name="T3" fmla="*/ 0 h 86"/>
                <a:gd name="T4" fmla="*/ 0 w 405"/>
                <a:gd name="T5" fmla="*/ 0 h 86"/>
                <a:gd name="T6" fmla="*/ 22225 w 405"/>
                <a:gd name="T7" fmla="*/ 6350 h 86"/>
                <a:gd name="T8" fmla="*/ 47625 w 405"/>
                <a:gd name="T9" fmla="*/ 14288 h 86"/>
                <a:gd name="T10" fmla="*/ 460375 w 405"/>
                <a:gd name="T11" fmla="*/ 136525 h 86"/>
                <a:gd name="T12" fmla="*/ 641350 w 405"/>
                <a:gd name="T13" fmla="*/ 69850 h 86"/>
                <a:gd name="T14" fmla="*/ 642938 w 405"/>
                <a:gd name="T15" fmla="*/ 68263 h 86"/>
                <a:gd name="T16" fmla="*/ 642938 w 405"/>
                <a:gd name="T17" fmla="*/ 14288 h 86"/>
                <a:gd name="T18" fmla="*/ 642938 w 405"/>
                <a:gd name="T19" fmla="*/ 0 h 86"/>
                <a:gd name="T20" fmla="*/ 641350 w 405"/>
                <a:gd name="T21" fmla="*/ 0 h 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05" h="86">
                  <a:moveTo>
                    <a:pt x="404" y="0"/>
                  </a:moveTo>
                  <a:lnTo>
                    <a:pt x="40" y="0"/>
                  </a:lnTo>
                  <a:lnTo>
                    <a:pt x="0" y="0"/>
                  </a:lnTo>
                  <a:lnTo>
                    <a:pt x="14" y="4"/>
                  </a:lnTo>
                  <a:lnTo>
                    <a:pt x="30" y="9"/>
                  </a:lnTo>
                  <a:lnTo>
                    <a:pt x="290" y="86"/>
                  </a:lnTo>
                  <a:lnTo>
                    <a:pt x="404" y="44"/>
                  </a:lnTo>
                  <a:lnTo>
                    <a:pt x="405" y="43"/>
                  </a:lnTo>
                  <a:lnTo>
                    <a:pt x="405" y="9"/>
                  </a:lnTo>
                  <a:lnTo>
                    <a:pt x="405" y="0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1" name="Freeform 147">
              <a:extLst>
                <a:ext uri="{FF2B5EF4-FFF2-40B4-BE49-F238E27FC236}">
                  <a16:creationId xmlns:a16="http://schemas.microsoft.com/office/drawing/2014/main" id="{9E2A2191-0F69-4098-9163-7C3C372BC7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17488" y="3260725"/>
              <a:ext cx="1433513" cy="444500"/>
            </a:xfrm>
            <a:custGeom>
              <a:avLst/>
              <a:gdLst>
                <a:gd name="T0" fmla="*/ 0 w 903"/>
                <a:gd name="T1" fmla="*/ 14288 h 280"/>
                <a:gd name="T2" fmla="*/ 1433513 w 903"/>
                <a:gd name="T3" fmla="*/ 444500 h 280"/>
                <a:gd name="T4" fmla="*/ 1039813 w 903"/>
                <a:gd name="T5" fmla="*/ 0 h 280"/>
                <a:gd name="T6" fmla="*/ 0 w 903"/>
                <a:gd name="T7" fmla="*/ 14288 h 2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3" h="280">
                  <a:moveTo>
                    <a:pt x="0" y="9"/>
                  </a:moveTo>
                  <a:lnTo>
                    <a:pt x="903" y="280"/>
                  </a:lnTo>
                  <a:lnTo>
                    <a:pt x="655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2" name="Freeform 148">
              <a:extLst>
                <a:ext uri="{FF2B5EF4-FFF2-40B4-BE49-F238E27FC236}">
                  <a16:creationId xmlns:a16="http://schemas.microsoft.com/office/drawing/2014/main" id="{83A79E9F-6653-407B-97C4-0D030DB820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05964" y="2792414"/>
              <a:ext cx="172671" cy="172626"/>
            </a:xfrm>
            <a:custGeom>
              <a:avLst/>
              <a:gdLst>
                <a:gd name="T0" fmla="*/ 109 w 109"/>
                <a:gd name="T1" fmla="*/ 0 h 108"/>
                <a:gd name="T2" fmla="*/ 26 w 109"/>
                <a:gd name="T3" fmla="*/ 0 h 108"/>
                <a:gd name="T4" fmla="*/ 24 w 109"/>
                <a:gd name="T5" fmla="*/ 9 h 108"/>
                <a:gd name="T6" fmla="*/ 0 w 109"/>
                <a:gd name="T7" fmla="*/ 108 h 108"/>
                <a:gd name="T8" fmla="*/ 100 w 109"/>
                <a:gd name="T9" fmla="*/ 9 h 108"/>
                <a:gd name="T10" fmla="*/ 109 w 109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" h="108">
                  <a:moveTo>
                    <a:pt x="109" y="0"/>
                  </a:moveTo>
                  <a:lnTo>
                    <a:pt x="26" y="0"/>
                  </a:lnTo>
                  <a:lnTo>
                    <a:pt x="24" y="9"/>
                  </a:lnTo>
                  <a:lnTo>
                    <a:pt x="0" y="108"/>
                  </a:lnTo>
                  <a:lnTo>
                    <a:pt x="100" y="9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chemeClr val="accent5"/>
              </a:solidFill>
              <a:miter lim="800000"/>
              <a:headEnd/>
              <a:tailEnd/>
            </a:ln>
          </p:spPr>
          <p:txBody>
            <a:bodyPr/>
            <a:lstStyle/>
            <a:p>
              <a:pPr defTabSz="1218987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23" name="Freeform 149">
              <a:extLst>
                <a:ext uri="{FF2B5EF4-FFF2-40B4-BE49-F238E27FC236}">
                  <a16:creationId xmlns:a16="http://schemas.microsoft.com/office/drawing/2014/main" id="{D281648D-9850-4887-99DF-71F1EC8866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51000" y="3487738"/>
              <a:ext cx="1050925" cy="271462"/>
            </a:xfrm>
            <a:custGeom>
              <a:avLst/>
              <a:gdLst>
                <a:gd name="T0" fmla="*/ 890588 w 662"/>
                <a:gd name="T1" fmla="*/ 271462 h 171"/>
                <a:gd name="T2" fmla="*/ 1050925 w 662"/>
                <a:gd name="T3" fmla="*/ 0 h 171"/>
                <a:gd name="T4" fmla="*/ 0 w 662"/>
                <a:gd name="T5" fmla="*/ 217487 h 171"/>
                <a:gd name="T6" fmla="*/ 890588 w 662"/>
                <a:gd name="T7" fmla="*/ 271462 h 1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2" h="171">
                  <a:moveTo>
                    <a:pt x="561" y="171"/>
                  </a:moveTo>
                  <a:lnTo>
                    <a:pt x="662" y="0"/>
                  </a:lnTo>
                  <a:lnTo>
                    <a:pt x="0" y="137"/>
                  </a:lnTo>
                  <a:lnTo>
                    <a:pt x="561" y="171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4" name="Freeform 150">
              <a:extLst>
                <a:ext uri="{FF2B5EF4-FFF2-40B4-BE49-F238E27FC236}">
                  <a16:creationId xmlns:a16="http://schemas.microsoft.com/office/drawing/2014/main" id="{A237D5E1-A485-4E94-B9E6-28A3C022A2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801600" y="3275013"/>
              <a:ext cx="115888" cy="130175"/>
            </a:xfrm>
            <a:custGeom>
              <a:avLst/>
              <a:gdLst>
                <a:gd name="T0" fmla="*/ 0 w 73"/>
                <a:gd name="T1" fmla="*/ 46038 h 82"/>
                <a:gd name="T2" fmla="*/ 0 w 73"/>
                <a:gd name="T3" fmla="*/ 130175 h 82"/>
                <a:gd name="T4" fmla="*/ 15875 w 73"/>
                <a:gd name="T5" fmla="*/ 112713 h 82"/>
                <a:gd name="T6" fmla="*/ 115888 w 73"/>
                <a:gd name="T7" fmla="*/ 0 h 82"/>
                <a:gd name="T8" fmla="*/ 15875 w 73"/>
                <a:gd name="T9" fmla="*/ 39688 h 82"/>
                <a:gd name="T10" fmla="*/ 0 w 73"/>
                <a:gd name="T11" fmla="*/ 46038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82">
                  <a:moveTo>
                    <a:pt x="0" y="29"/>
                  </a:moveTo>
                  <a:lnTo>
                    <a:pt x="0" y="82"/>
                  </a:lnTo>
                  <a:lnTo>
                    <a:pt x="10" y="71"/>
                  </a:lnTo>
                  <a:lnTo>
                    <a:pt x="73" y="0"/>
                  </a:lnTo>
                  <a:lnTo>
                    <a:pt x="10" y="25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5" name="Freeform 151">
              <a:extLst>
                <a:ext uri="{FF2B5EF4-FFF2-40B4-BE49-F238E27FC236}">
                  <a16:creationId xmlns:a16="http://schemas.microsoft.com/office/drawing/2014/main" id="{135E9D96-94A4-41C6-B5C3-1B4E94D622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801600" y="2792413"/>
              <a:ext cx="322263" cy="482600"/>
            </a:xfrm>
            <a:custGeom>
              <a:avLst/>
              <a:gdLst>
                <a:gd name="T0" fmla="*/ 322263 w 203"/>
                <a:gd name="T1" fmla="*/ 0 h 304"/>
                <a:gd name="T2" fmla="*/ 0 w 203"/>
                <a:gd name="T3" fmla="*/ 0 h 304"/>
                <a:gd name="T4" fmla="*/ 0 w 203"/>
                <a:gd name="T5" fmla="*/ 155575 h 304"/>
                <a:gd name="T6" fmla="*/ 15875 w 203"/>
                <a:gd name="T7" fmla="*/ 200025 h 304"/>
                <a:gd name="T8" fmla="*/ 115888 w 203"/>
                <a:gd name="T9" fmla="*/ 482600 h 304"/>
                <a:gd name="T10" fmla="*/ 315913 w 203"/>
                <a:gd name="T11" fmla="*/ 14288 h 304"/>
                <a:gd name="T12" fmla="*/ 322263 w 203"/>
                <a:gd name="T13" fmla="*/ 0 h 3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3" h="304">
                  <a:moveTo>
                    <a:pt x="203" y="0"/>
                  </a:moveTo>
                  <a:lnTo>
                    <a:pt x="0" y="0"/>
                  </a:lnTo>
                  <a:lnTo>
                    <a:pt x="0" y="98"/>
                  </a:lnTo>
                  <a:lnTo>
                    <a:pt x="10" y="126"/>
                  </a:lnTo>
                  <a:lnTo>
                    <a:pt x="73" y="304"/>
                  </a:lnTo>
                  <a:lnTo>
                    <a:pt x="199" y="9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4CC2E2"/>
            </a:solidFill>
            <a:ln w="3175">
              <a:solidFill>
                <a:srgbClr val="4CC2E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" name="Freeform 152">
              <a:extLst>
                <a:ext uri="{FF2B5EF4-FFF2-40B4-BE49-F238E27FC236}">
                  <a16:creationId xmlns:a16="http://schemas.microsoft.com/office/drawing/2014/main" id="{21900E76-0F61-4AA3-AE8C-15B0F6D55D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51000" y="2792413"/>
              <a:ext cx="814388" cy="912812"/>
            </a:xfrm>
            <a:custGeom>
              <a:avLst/>
              <a:gdLst>
                <a:gd name="T0" fmla="*/ 777875 w 513"/>
                <a:gd name="T1" fmla="*/ 14287 h 575"/>
                <a:gd name="T2" fmla="*/ 742950 w 513"/>
                <a:gd name="T3" fmla="*/ 34925 h 575"/>
                <a:gd name="T4" fmla="*/ 220663 w 513"/>
                <a:gd name="T5" fmla="*/ 334962 h 575"/>
                <a:gd name="T6" fmla="*/ 0 w 513"/>
                <a:gd name="T7" fmla="*/ 912812 h 575"/>
                <a:gd name="T8" fmla="*/ 792163 w 513"/>
                <a:gd name="T9" fmla="*/ 25400 h 575"/>
                <a:gd name="T10" fmla="*/ 801688 w 513"/>
                <a:gd name="T11" fmla="*/ 14287 h 575"/>
                <a:gd name="T12" fmla="*/ 814388 w 513"/>
                <a:gd name="T13" fmla="*/ 0 h 575"/>
                <a:gd name="T14" fmla="*/ 801688 w 513"/>
                <a:gd name="T15" fmla="*/ 0 h 575"/>
                <a:gd name="T16" fmla="*/ 777875 w 513"/>
                <a:gd name="T17" fmla="*/ 14287 h 57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3" h="575">
                  <a:moveTo>
                    <a:pt x="490" y="9"/>
                  </a:moveTo>
                  <a:lnTo>
                    <a:pt x="468" y="22"/>
                  </a:lnTo>
                  <a:lnTo>
                    <a:pt x="139" y="211"/>
                  </a:lnTo>
                  <a:lnTo>
                    <a:pt x="0" y="575"/>
                  </a:lnTo>
                  <a:lnTo>
                    <a:pt x="499" y="16"/>
                  </a:lnTo>
                  <a:lnTo>
                    <a:pt x="505" y="9"/>
                  </a:lnTo>
                  <a:lnTo>
                    <a:pt x="513" y="0"/>
                  </a:lnTo>
                  <a:lnTo>
                    <a:pt x="505" y="0"/>
                  </a:lnTo>
                  <a:lnTo>
                    <a:pt x="490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7" name="Freeform 153">
              <a:extLst>
                <a:ext uri="{FF2B5EF4-FFF2-40B4-BE49-F238E27FC236}">
                  <a16:creationId xmlns:a16="http://schemas.microsoft.com/office/drawing/2014/main" id="{C6214027-23E9-4728-AD0E-7E9FCD5018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184438" y="2792413"/>
              <a:ext cx="504825" cy="695325"/>
            </a:xfrm>
            <a:custGeom>
              <a:avLst/>
              <a:gdLst>
                <a:gd name="T0" fmla="*/ 92075 w 318"/>
                <a:gd name="T1" fmla="*/ 14288 h 438"/>
                <a:gd name="T2" fmla="*/ 66675 w 318"/>
                <a:gd name="T3" fmla="*/ 6350 h 438"/>
                <a:gd name="T4" fmla="*/ 44450 w 318"/>
                <a:gd name="T5" fmla="*/ 0 h 438"/>
                <a:gd name="T6" fmla="*/ 0 w 318"/>
                <a:gd name="T7" fmla="*/ 0 h 438"/>
                <a:gd name="T8" fmla="*/ 4763 w 318"/>
                <a:gd name="T9" fmla="*/ 14288 h 438"/>
                <a:gd name="T10" fmla="*/ 4763 w 318"/>
                <a:gd name="T11" fmla="*/ 17463 h 438"/>
                <a:gd name="T12" fmla="*/ 217488 w 318"/>
                <a:gd name="T13" fmla="*/ 695325 h 438"/>
                <a:gd name="T14" fmla="*/ 504825 w 318"/>
                <a:gd name="T15" fmla="*/ 136525 h 438"/>
                <a:gd name="T16" fmla="*/ 92075 w 318"/>
                <a:gd name="T17" fmla="*/ 14288 h 4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8" h="438">
                  <a:moveTo>
                    <a:pt x="58" y="9"/>
                  </a:moveTo>
                  <a:lnTo>
                    <a:pt x="42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3" y="9"/>
                  </a:lnTo>
                  <a:lnTo>
                    <a:pt x="3" y="11"/>
                  </a:lnTo>
                  <a:lnTo>
                    <a:pt x="137" y="438"/>
                  </a:lnTo>
                  <a:lnTo>
                    <a:pt x="318" y="86"/>
                  </a:lnTo>
                  <a:lnTo>
                    <a:pt x="58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8" name="Freeform 154">
              <a:extLst>
                <a:ext uri="{FF2B5EF4-FFF2-40B4-BE49-F238E27FC236}">
                  <a16:creationId xmlns:a16="http://schemas.microsoft.com/office/drawing/2014/main" id="{D914C3A8-05CD-41CE-A3D9-7A18FA840E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95400" y="3705225"/>
              <a:ext cx="639763" cy="111125"/>
            </a:xfrm>
            <a:custGeom>
              <a:avLst/>
              <a:gdLst>
                <a:gd name="T0" fmla="*/ 639763 w 403"/>
                <a:gd name="T1" fmla="*/ 111125 h 70"/>
                <a:gd name="T2" fmla="*/ 355600 w 403"/>
                <a:gd name="T3" fmla="*/ 0 h 70"/>
                <a:gd name="T4" fmla="*/ 0 w 403"/>
                <a:gd name="T5" fmla="*/ 111125 h 70"/>
                <a:gd name="T6" fmla="*/ 639763 w 403"/>
                <a:gd name="T7" fmla="*/ 111125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3" h="70">
                  <a:moveTo>
                    <a:pt x="403" y="70"/>
                  </a:moveTo>
                  <a:lnTo>
                    <a:pt x="224" y="0"/>
                  </a:lnTo>
                  <a:lnTo>
                    <a:pt x="0" y="70"/>
                  </a:lnTo>
                  <a:lnTo>
                    <a:pt x="403" y="7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9" name="Freeform 155">
              <a:extLst>
                <a:ext uri="{FF2B5EF4-FFF2-40B4-BE49-F238E27FC236}">
                  <a16:creationId xmlns:a16="http://schemas.microsoft.com/office/drawing/2014/main" id="{E5E579C3-FC34-42EE-BE79-F7A3412DBC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801600" y="2949575"/>
              <a:ext cx="115888" cy="325437"/>
            </a:xfrm>
            <a:custGeom>
              <a:avLst/>
              <a:gdLst>
                <a:gd name="T0" fmla="*/ 0 w 73"/>
                <a:gd name="T1" fmla="*/ 0 h 205"/>
                <a:gd name="T2" fmla="*/ 0 w 73"/>
                <a:gd name="T3" fmla="*/ 193675 h 205"/>
                <a:gd name="T4" fmla="*/ 15875 w 73"/>
                <a:gd name="T5" fmla="*/ 211137 h 205"/>
                <a:gd name="T6" fmla="*/ 115888 w 73"/>
                <a:gd name="T7" fmla="*/ 325437 h 205"/>
                <a:gd name="T8" fmla="*/ 15875 w 73"/>
                <a:gd name="T9" fmla="*/ 44450 h 205"/>
                <a:gd name="T10" fmla="*/ 0 w 73"/>
                <a:gd name="T11" fmla="*/ 0 h 2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205">
                  <a:moveTo>
                    <a:pt x="0" y="0"/>
                  </a:moveTo>
                  <a:lnTo>
                    <a:pt x="0" y="122"/>
                  </a:lnTo>
                  <a:lnTo>
                    <a:pt x="10" y="133"/>
                  </a:lnTo>
                  <a:lnTo>
                    <a:pt x="73" y="205"/>
                  </a:lnTo>
                  <a:lnTo>
                    <a:pt x="1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0" name="Freeform 156">
              <a:extLst>
                <a:ext uri="{FF2B5EF4-FFF2-40B4-BE49-F238E27FC236}">
                  <a16:creationId xmlns:a16="http://schemas.microsoft.com/office/drawing/2014/main" id="{C9564DD4-5B6D-4035-BB90-B004B61490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708063" y="2792413"/>
              <a:ext cx="595313" cy="171450"/>
            </a:xfrm>
            <a:custGeom>
              <a:avLst/>
              <a:gdLst>
                <a:gd name="T0" fmla="*/ 374650 w 375"/>
                <a:gd name="T1" fmla="*/ 14288 h 108"/>
                <a:gd name="T2" fmla="*/ 354013 w 375"/>
                <a:gd name="T3" fmla="*/ 0 h 108"/>
                <a:gd name="T4" fmla="*/ 0 w 375"/>
                <a:gd name="T5" fmla="*/ 0 h 108"/>
                <a:gd name="T6" fmla="*/ 49213 w 375"/>
                <a:gd name="T7" fmla="*/ 14288 h 108"/>
                <a:gd name="T8" fmla="*/ 595313 w 375"/>
                <a:gd name="T9" fmla="*/ 171450 h 108"/>
                <a:gd name="T10" fmla="*/ 374650 w 375"/>
                <a:gd name="T11" fmla="*/ 14288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5" h="108">
                  <a:moveTo>
                    <a:pt x="236" y="9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31" y="9"/>
                  </a:lnTo>
                  <a:lnTo>
                    <a:pt x="375" y="108"/>
                  </a:lnTo>
                  <a:lnTo>
                    <a:pt x="236" y="9"/>
                  </a:lnTo>
                  <a:close/>
                </a:path>
              </a:pathLst>
            </a:custGeom>
            <a:solidFill>
              <a:srgbClr val="707372"/>
            </a:solidFill>
            <a:ln w="3175">
              <a:solidFill>
                <a:srgbClr val="70737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" name="Freeform 157">
              <a:extLst>
                <a:ext uri="{FF2B5EF4-FFF2-40B4-BE49-F238E27FC236}">
                  <a16:creationId xmlns:a16="http://schemas.microsoft.com/office/drawing/2014/main" id="{112A40FE-9BCF-4D38-B8C6-41E103CDB1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01925" y="2860675"/>
              <a:ext cx="469900" cy="627062"/>
            </a:xfrm>
            <a:custGeom>
              <a:avLst/>
              <a:gdLst>
                <a:gd name="T0" fmla="*/ 468313 w 296"/>
                <a:gd name="T1" fmla="*/ 1587 h 395"/>
                <a:gd name="T2" fmla="*/ 287338 w 296"/>
                <a:gd name="T3" fmla="*/ 68262 h 395"/>
                <a:gd name="T4" fmla="*/ 0 w 296"/>
                <a:gd name="T5" fmla="*/ 627062 h 395"/>
                <a:gd name="T6" fmla="*/ 468313 w 296"/>
                <a:gd name="T7" fmla="*/ 190500 h 395"/>
                <a:gd name="T8" fmla="*/ 469900 w 296"/>
                <a:gd name="T9" fmla="*/ 188912 h 395"/>
                <a:gd name="T10" fmla="*/ 469900 w 296"/>
                <a:gd name="T11" fmla="*/ 0 h 395"/>
                <a:gd name="T12" fmla="*/ 468313 w 296"/>
                <a:gd name="T13" fmla="*/ 1587 h 3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6" h="395">
                  <a:moveTo>
                    <a:pt x="295" y="1"/>
                  </a:moveTo>
                  <a:lnTo>
                    <a:pt x="181" y="43"/>
                  </a:lnTo>
                  <a:lnTo>
                    <a:pt x="0" y="395"/>
                  </a:lnTo>
                  <a:lnTo>
                    <a:pt x="295" y="120"/>
                  </a:lnTo>
                  <a:lnTo>
                    <a:pt x="296" y="119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2" name="Freeform 158">
              <a:extLst>
                <a:ext uri="{FF2B5EF4-FFF2-40B4-BE49-F238E27FC236}">
                  <a16:creationId xmlns:a16="http://schemas.microsoft.com/office/drawing/2014/main" id="{FFD834B5-BC68-493B-A749-D8C7E37DFF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552738" y="3687763"/>
              <a:ext cx="319088" cy="128587"/>
            </a:xfrm>
            <a:custGeom>
              <a:avLst/>
              <a:gdLst>
                <a:gd name="T0" fmla="*/ 20638 w 201"/>
                <a:gd name="T1" fmla="*/ 90487 h 81"/>
                <a:gd name="T2" fmla="*/ 0 w 201"/>
                <a:gd name="T3" fmla="*/ 128587 h 81"/>
                <a:gd name="T4" fmla="*/ 317500 w 201"/>
                <a:gd name="T5" fmla="*/ 128587 h 81"/>
                <a:gd name="T6" fmla="*/ 319088 w 201"/>
                <a:gd name="T7" fmla="*/ 128587 h 81"/>
                <a:gd name="T8" fmla="*/ 319088 w 201"/>
                <a:gd name="T9" fmla="*/ 0 h 81"/>
                <a:gd name="T10" fmla="*/ 317500 w 201"/>
                <a:gd name="T11" fmla="*/ 0 h 81"/>
                <a:gd name="T12" fmla="*/ 20638 w 201"/>
                <a:gd name="T13" fmla="*/ 90487 h 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1" h="81">
                  <a:moveTo>
                    <a:pt x="13" y="57"/>
                  </a:moveTo>
                  <a:lnTo>
                    <a:pt x="0" y="81"/>
                  </a:lnTo>
                  <a:lnTo>
                    <a:pt x="200" y="81"/>
                  </a:lnTo>
                  <a:lnTo>
                    <a:pt x="201" y="81"/>
                  </a:lnTo>
                  <a:lnTo>
                    <a:pt x="201" y="0"/>
                  </a:lnTo>
                  <a:lnTo>
                    <a:pt x="200" y="0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3" name="Freeform 159">
              <a:extLst>
                <a:ext uri="{FF2B5EF4-FFF2-40B4-BE49-F238E27FC236}">
                  <a16:creationId xmlns:a16="http://schemas.microsoft.com/office/drawing/2014/main" id="{091354C5-C18A-4AF3-9446-92B0D095E4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03250" y="3705225"/>
              <a:ext cx="1047750" cy="111125"/>
            </a:xfrm>
            <a:custGeom>
              <a:avLst/>
              <a:gdLst>
                <a:gd name="T0" fmla="*/ 692150 w 660"/>
                <a:gd name="T1" fmla="*/ 111125 h 70"/>
                <a:gd name="T2" fmla="*/ 1047750 w 660"/>
                <a:gd name="T3" fmla="*/ 0 h 70"/>
                <a:gd name="T4" fmla="*/ 0 w 660"/>
                <a:gd name="T5" fmla="*/ 111125 h 70"/>
                <a:gd name="T6" fmla="*/ 692150 w 660"/>
                <a:gd name="T7" fmla="*/ 111125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0" h="70">
                  <a:moveTo>
                    <a:pt x="436" y="70"/>
                  </a:moveTo>
                  <a:lnTo>
                    <a:pt x="660" y="0"/>
                  </a:lnTo>
                  <a:lnTo>
                    <a:pt x="0" y="70"/>
                  </a:lnTo>
                  <a:lnTo>
                    <a:pt x="436" y="7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4" name="Freeform 160">
              <a:extLst>
                <a:ext uri="{FF2B5EF4-FFF2-40B4-BE49-F238E27FC236}">
                  <a16:creationId xmlns:a16="http://schemas.microsoft.com/office/drawing/2014/main" id="{024A9733-ECFA-4019-93A0-A9F4097A11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17488" y="2792413"/>
              <a:ext cx="555625" cy="482600"/>
            </a:xfrm>
            <a:custGeom>
              <a:avLst/>
              <a:gdLst>
                <a:gd name="T0" fmla="*/ 555625 w 350"/>
                <a:gd name="T1" fmla="*/ 0 h 304"/>
                <a:gd name="T2" fmla="*/ 206375 w 350"/>
                <a:gd name="T3" fmla="*/ 0 h 304"/>
                <a:gd name="T4" fmla="*/ 200025 w 350"/>
                <a:gd name="T5" fmla="*/ 14288 h 304"/>
                <a:gd name="T6" fmla="*/ 0 w 350"/>
                <a:gd name="T7" fmla="*/ 482600 h 304"/>
                <a:gd name="T8" fmla="*/ 538163 w 350"/>
                <a:gd name="T9" fmla="*/ 14288 h 304"/>
                <a:gd name="T10" fmla="*/ 555625 w 350"/>
                <a:gd name="T11" fmla="*/ 0 h 3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0" h="304">
                  <a:moveTo>
                    <a:pt x="350" y="0"/>
                  </a:moveTo>
                  <a:lnTo>
                    <a:pt x="130" y="0"/>
                  </a:lnTo>
                  <a:lnTo>
                    <a:pt x="126" y="9"/>
                  </a:lnTo>
                  <a:lnTo>
                    <a:pt x="0" y="304"/>
                  </a:lnTo>
                  <a:lnTo>
                    <a:pt x="339" y="9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E74783"/>
            </a:solidFill>
            <a:ln w="3175">
              <a:solidFill>
                <a:srgbClr val="E74783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5" name="Freeform 161">
              <a:extLst>
                <a:ext uri="{FF2B5EF4-FFF2-40B4-BE49-F238E27FC236}">
                  <a16:creationId xmlns:a16="http://schemas.microsoft.com/office/drawing/2014/main" id="{3EEC0CD2-08A6-4FF8-97E8-70EEFC3999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01925" y="3276600"/>
              <a:ext cx="469900" cy="211137"/>
            </a:xfrm>
            <a:custGeom>
              <a:avLst/>
              <a:gdLst>
                <a:gd name="T0" fmla="*/ 468313 w 296"/>
                <a:gd name="T1" fmla="*/ 0 h 133"/>
                <a:gd name="T2" fmla="*/ 0 w 296"/>
                <a:gd name="T3" fmla="*/ 211137 h 133"/>
                <a:gd name="T4" fmla="*/ 468313 w 296"/>
                <a:gd name="T5" fmla="*/ 207962 h 133"/>
                <a:gd name="T6" fmla="*/ 469900 w 296"/>
                <a:gd name="T7" fmla="*/ 207962 h 133"/>
                <a:gd name="T8" fmla="*/ 469900 w 296"/>
                <a:gd name="T9" fmla="*/ 0 h 133"/>
                <a:gd name="T10" fmla="*/ 468313 w 296"/>
                <a:gd name="T11" fmla="*/ 0 h 1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6" h="133">
                  <a:moveTo>
                    <a:pt x="295" y="0"/>
                  </a:moveTo>
                  <a:lnTo>
                    <a:pt x="0" y="133"/>
                  </a:lnTo>
                  <a:lnTo>
                    <a:pt x="295" y="131"/>
                  </a:lnTo>
                  <a:lnTo>
                    <a:pt x="296" y="131"/>
                  </a:lnTo>
                  <a:lnTo>
                    <a:pt x="296" y="0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6" name="Freeform 162">
              <a:extLst>
                <a:ext uri="{FF2B5EF4-FFF2-40B4-BE49-F238E27FC236}">
                  <a16:creationId xmlns:a16="http://schemas.microsoft.com/office/drawing/2014/main" id="{BC3C72CE-440B-4996-A36A-641C9017B8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03375" y="2792413"/>
              <a:ext cx="849313" cy="334962"/>
            </a:xfrm>
            <a:custGeom>
              <a:avLst/>
              <a:gdLst>
                <a:gd name="T0" fmla="*/ 790575 w 535"/>
                <a:gd name="T1" fmla="*/ 34925 h 211"/>
                <a:gd name="T2" fmla="*/ 825500 w 535"/>
                <a:gd name="T3" fmla="*/ 14287 h 211"/>
                <a:gd name="T4" fmla="*/ 849313 w 535"/>
                <a:gd name="T5" fmla="*/ 0 h 211"/>
                <a:gd name="T6" fmla="*/ 806450 w 535"/>
                <a:gd name="T7" fmla="*/ 0 h 211"/>
                <a:gd name="T8" fmla="*/ 738188 w 535"/>
                <a:gd name="T9" fmla="*/ 14287 h 211"/>
                <a:gd name="T10" fmla="*/ 0 w 535"/>
                <a:gd name="T11" fmla="*/ 171450 h 211"/>
                <a:gd name="T12" fmla="*/ 268288 w 535"/>
                <a:gd name="T13" fmla="*/ 334962 h 211"/>
                <a:gd name="T14" fmla="*/ 790575 w 535"/>
                <a:gd name="T15" fmla="*/ 34925 h 2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35" h="211">
                  <a:moveTo>
                    <a:pt x="498" y="22"/>
                  </a:moveTo>
                  <a:lnTo>
                    <a:pt x="520" y="9"/>
                  </a:lnTo>
                  <a:lnTo>
                    <a:pt x="535" y="0"/>
                  </a:lnTo>
                  <a:lnTo>
                    <a:pt x="508" y="0"/>
                  </a:lnTo>
                  <a:lnTo>
                    <a:pt x="465" y="9"/>
                  </a:lnTo>
                  <a:lnTo>
                    <a:pt x="0" y="108"/>
                  </a:lnTo>
                  <a:lnTo>
                    <a:pt x="169" y="211"/>
                  </a:lnTo>
                  <a:lnTo>
                    <a:pt x="498" y="22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7" name="Freeform 163">
              <a:extLst>
                <a:ext uri="{FF2B5EF4-FFF2-40B4-BE49-F238E27FC236}">
                  <a16:creationId xmlns:a16="http://schemas.microsoft.com/office/drawing/2014/main" id="{023D8290-A873-44C7-B2A9-7BDD3D7F1D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70038" y="2792413"/>
              <a:ext cx="74613" cy="171450"/>
            </a:xfrm>
            <a:custGeom>
              <a:avLst/>
              <a:gdLst>
                <a:gd name="T0" fmla="*/ 74613 w 47"/>
                <a:gd name="T1" fmla="*/ 0 h 108"/>
                <a:gd name="T2" fmla="*/ 0 w 47"/>
                <a:gd name="T3" fmla="*/ 0 h 108"/>
                <a:gd name="T4" fmla="*/ 3175 w 47"/>
                <a:gd name="T5" fmla="*/ 14288 h 108"/>
                <a:gd name="T6" fmla="*/ 33338 w 47"/>
                <a:gd name="T7" fmla="*/ 171450 h 108"/>
                <a:gd name="T8" fmla="*/ 71438 w 47"/>
                <a:gd name="T9" fmla="*/ 14288 h 108"/>
                <a:gd name="T10" fmla="*/ 74613 w 47"/>
                <a:gd name="T11" fmla="*/ 0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108">
                  <a:moveTo>
                    <a:pt x="47" y="0"/>
                  </a:moveTo>
                  <a:lnTo>
                    <a:pt x="0" y="0"/>
                  </a:lnTo>
                  <a:lnTo>
                    <a:pt x="2" y="9"/>
                  </a:lnTo>
                  <a:lnTo>
                    <a:pt x="21" y="108"/>
                  </a:lnTo>
                  <a:lnTo>
                    <a:pt x="45" y="9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8" name="Freeform 164">
              <a:extLst>
                <a:ext uri="{FF2B5EF4-FFF2-40B4-BE49-F238E27FC236}">
                  <a16:creationId xmlns:a16="http://schemas.microsoft.com/office/drawing/2014/main" id="{179C56F3-1A71-4126-9D7D-640A367488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51000" y="3182938"/>
              <a:ext cx="1050925" cy="522287"/>
            </a:xfrm>
            <a:custGeom>
              <a:avLst/>
              <a:gdLst>
                <a:gd name="T0" fmla="*/ 0 w 662"/>
                <a:gd name="T1" fmla="*/ 522287 h 329"/>
                <a:gd name="T2" fmla="*/ 1050925 w 662"/>
                <a:gd name="T3" fmla="*/ 304800 h 329"/>
                <a:gd name="T4" fmla="*/ 650875 w 662"/>
                <a:gd name="T5" fmla="*/ 0 h 329"/>
                <a:gd name="T6" fmla="*/ 0 w 662"/>
                <a:gd name="T7" fmla="*/ 522287 h 3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2" h="329">
                  <a:moveTo>
                    <a:pt x="0" y="329"/>
                  </a:moveTo>
                  <a:lnTo>
                    <a:pt x="662" y="192"/>
                  </a:lnTo>
                  <a:lnTo>
                    <a:pt x="410" y="0"/>
                  </a:lnTo>
                  <a:lnTo>
                    <a:pt x="0" y="329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9" name="Freeform 165">
              <a:extLst>
                <a:ext uri="{FF2B5EF4-FFF2-40B4-BE49-F238E27FC236}">
                  <a16:creationId xmlns:a16="http://schemas.microsoft.com/office/drawing/2014/main" id="{68E27130-010A-46B7-BC14-862DF41F9C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01925" y="3487738"/>
              <a:ext cx="171450" cy="328612"/>
            </a:xfrm>
            <a:custGeom>
              <a:avLst/>
              <a:gdLst>
                <a:gd name="T0" fmla="*/ 150813 w 108"/>
                <a:gd name="T1" fmla="*/ 328612 h 207"/>
                <a:gd name="T2" fmla="*/ 171450 w 108"/>
                <a:gd name="T3" fmla="*/ 290512 h 207"/>
                <a:gd name="T4" fmla="*/ 0 w 108"/>
                <a:gd name="T5" fmla="*/ 0 h 207"/>
                <a:gd name="T6" fmla="*/ 7938 w 108"/>
                <a:gd name="T7" fmla="*/ 328612 h 207"/>
                <a:gd name="T8" fmla="*/ 150813 w 108"/>
                <a:gd name="T9" fmla="*/ 328612 h 2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207">
                  <a:moveTo>
                    <a:pt x="95" y="207"/>
                  </a:moveTo>
                  <a:lnTo>
                    <a:pt x="108" y="183"/>
                  </a:lnTo>
                  <a:lnTo>
                    <a:pt x="0" y="0"/>
                  </a:lnTo>
                  <a:lnTo>
                    <a:pt x="5" y="207"/>
                  </a:lnTo>
                  <a:lnTo>
                    <a:pt x="95" y="20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0" name="Freeform 166">
              <a:extLst>
                <a:ext uri="{FF2B5EF4-FFF2-40B4-BE49-F238E27FC236}">
                  <a16:creationId xmlns:a16="http://schemas.microsoft.com/office/drawing/2014/main" id="{E0B3CF42-B4B2-4F2C-A48E-E7B75EC89B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57300" y="2963863"/>
              <a:ext cx="393700" cy="741362"/>
            </a:xfrm>
            <a:custGeom>
              <a:avLst/>
              <a:gdLst>
                <a:gd name="T0" fmla="*/ 0 w 248"/>
                <a:gd name="T1" fmla="*/ 296862 h 467"/>
                <a:gd name="T2" fmla="*/ 393700 w 248"/>
                <a:gd name="T3" fmla="*/ 741362 h 467"/>
                <a:gd name="T4" fmla="*/ 346075 w 248"/>
                <a:gd name="T5" fmla="*/ 0 h 467"/>
                <a:gd name="T6" fmla="*/ 0 w 248"/>
                <a:gd name="T7" fmla="*/ 296862 h 4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8" h="467">
                  <a:moveTo>
                    <a:pt x="0" y="187"/>
                  </a:moveTo>
                  <a:lnTo>
                    <a:pt x="248" y="467"/>
                  </a:lnTo>
                  <a:lnTo>
                    <a:pt x="218" y="0"/>
                  </a:lnTo>
                  <a:lnTo>
                    <a:pt x="0" y="187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" name="Freeform 167">
              <a:extLst>
                <a:ext uri="{FF2B5EF4-FFF2-40B4-BE49-F238E27FC236}">
                  <a16:creationId xmlns:a16="http://schemas.microsoft.com/office/drawing/2014/main" id="{EF276C44-9858-4533-809B-2DEE150BF2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801600" y="3225800"/>
              <a:ext cx="115888" cy="95250"/>
            </a:xfrm>
            <a:custGeom>
              <a:avLst/>
              <a:gdLst>
                <a:gd name="T0" fmla="*/ 0 w 73"/>
                <a:gd name="T1" fmla="*/ 0 h 60"/>
                <a:gd name="T2" fmla="*/ 0 w 73"/>
                <a:gd name="T3" fmla="*/ 95250 h 60"/>
                <a:gd name="T4" fmla="*/ 15875 w 73"/>
                <a:gd name="T5" fmla="*/ 88900 h 60"/>
                <a:gd name="T6" fmla="*/ 115888 w 73"/>
                <a:gd name="T7" fmla="*/ 49213 h 60"/>
                <a:gd name="T8" fmla="*/ 15875 w 73"/>
                <a:gd name="T9" fmla="*/ 6350 h 60"/>
                <a:gd name="T10" fmla="*/ 0 w 73"/>
                <a:gd name="T11" fmla="*/ 0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60">
                  <a:moveTo>
                    <a:pt x="0" y="0"/>
                  </a:moveTo>
                  <a:lnTo>
                    <a:pt x="0" y="60"/>
                  </a:lnTo>
                  <a:lnTo>
                    <a:pt x="10" y="56"/>
                  </a:lnTo>
                  <a:lnTo>
                    <a:pt x="73" y="31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" name="Freeform 168">
              <a:extLst>
                <a:ext uri="{FF2B5EF4-FFF2-40B4-BE49-F238E27FC236}">
                  <a16:creationId xmlns:a16="http://schemas.microsoft.com/office/drawing/2014/main" id="{88FDC54B-C7AF-4A57-A642-A2E9467039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17488" y="2792413"/>
              <a:ext cx="1385888" cy="482600"/>
            </a:xfrm>
            <a:custGeom>
              <a:avLst/>
              <a:gdLst>
                <a:gd name="T0" fmla="*/ 790575 w 873"/>
                <a:gd name="T1" fmla="*/ 0 h 304"/>
                <a:gd name="T2" fmla="*/ 557213 w 873"/>
                <a:gd name="T3" fmla="*/ 0 h 304"/>
                <a:gd name="T4" fmla="*/ 555625 w 873"/>
                <a:gd name="T5" fmla="*/ 0 h 304"/>
                <a:gd name="T6" fmla="*/ 538163 w 873"/>
                <a:gd name="T7" fmla="*/ 14288 h 304"/>
                <a:gd name="T8" fmla="*/ 0 w 873"/>
                <a:gd name="T9" fmla="*/ 482600 h 304"/>
                <a:gd name="T10" fmla="*/ 1385888 w 873"/>
                <a:gd name="T11" fmla="*/ 171450 h 304"/>
                <a:gd name="T12" fmla="*/ 839788 w 873"/>
                <a:gd name="T13" fmla="*/ 14288 h 304"/>
                <a:gd name="T14" fmla="*/ 790575 w 873"/>
                <a:gd name="T15" fmla="*/ 0 h 3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73" h="304">
                  <a:moveTo>
                    <a:pt x="498" y="0"/>
                  </a:moveTo>
                  <a:lnTo>
                    <a:pt x="351" y="0"/>
                  </a:lnTo>
                  <a:lnTo>
                    <a:pt x="350" y="0"/>
                  </a:lnTo>
                  <a:lnTo>
                    <a:pt x="339" y="9"/>
                  </a:lnTo>
                  <a:lnTo>
                    <a:pt x="0" y="304"/>
                  </a:lnTo>
                  <a:lnTo>
                    <a:pt x="873" y="108"/>
                  </a:lnTo>
                  <a:lnTo>
                    <a:pt x="529" y="9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E32726"/>
            </a:solidFill>
            <a:ln w="3175">
              <a:solidFill>
                <a:srgbClr val="E3272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3" name="Freeform 169">
              <a:extLst>
                <a:ext uri="{FF2B5EF4-FFF2-40B4-BE49-F238E27FC236}">
                  <a16:creationId xmlns:a16="http://schemas.microsoft.com/office/drawing/2014/main" id="{032DD21C-E216-4002-96F2-1A219807AD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01925" y="3049588"/>
              <a:ext cx="469900" cy="438150"/>
            </a:xfrm>
            <a:custGeom>
              <a:avLst/>
              <a:gdLst>
                <a:gd name="T0" fmla="*/ 468313 w 296"/>
                <a:gd name="T1" fmla="*/ 1588 h 276"/>
                <a:gd name="T2" fmla="*/ 0 w 296"/>
                <a:gd name="T3" fmla="*/ 438150 h 276"/>
                <a:gd name="T4" fmla="*/ 468313 w 296"/>
                <a:gd name="T5" fmla="*/ 227013 h 276"/>
                <a:gd name="T6" fmla="*/ 469900 w 296"/>
                <a:gd name="T7" fmla="*/ 227013 h 276"/>
                <a:gd name="T8" fmla="*/ 469900 w 296"/>
                <a:gd name="T9" fmla="*/ 0 h 276"/>
                <a:gd name="T10" fmla="*/ 468313 w 296"/>
                <a:gd name="T11" fmla="*/ 1588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6" h="276">
                  <a:moveTo>
                    <a:pt x="295" y="1"/>
                  </a:moveTo>
                  <a:lnTo>
                    <a:pt x="0" y="276"/>
                  </a:lnTo>
                  <a:lnTo>
                    <a:pt x="295" y="143"/>
                  </a:lnTo>
                  <a:lnTo>
                    <a:pt x="296" y="143"/>
                  </a:lnTo>
                  <a:lnTo>
                    <a:pt x="296" y="0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4" name="Freeform 170">
              <a:extLst>
                <a:ext uri="{FF2B5EF4-FFF2-40B4-BE49-F238E27FC236}">
                  <a16:creationId xmlns:a16="http://schemas.microsoft.com/office/drawing/2014/main" id="{5E6A3306-2757-4A53-BCF0-E31AD9300D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01875" y="2792413"/>
              <a:ext cx="400050" cy="695325"/>
            </a:xfrm>
            <a:custGeom>
              <a:avLst/>
              <a:gdLst>
                <a:gd name="T0" fmla="*/ 187325 w 252"/>
                <a:gd name="T1" fmla="*/ 14288 h 438"/>
                <a:gd name="T2" fmla="*/ 182563 w 252"/>
                <a:gd name="T3" fmla="*/ 0 h 438"/>
                <a:gd name="T4" fmla="*/ 171450 w 252"/>
                <a:gd name="T5" fmla="*/ 0 h 438"/>
                <a:gd name="T6" fmla="*/ 165100 w 252"/>
                <a:gd name="T7" fmla="*/ 14288 h 438"/>
                <a:gd name="T8" fmla="*/ 161925 w 252"/>
                <a:gd name="T9" fmla="*/ 22225 h 438"/>
                <a:gd name="T10" fmla="*/ 0 w 252"/>
                <a:gd name="T11" fmla="*/ 390525 h 438"/>
                <a:gd name="T12" fmla="*/ 400050 w 252"/>
                <a:gd name="T13" fmla="*/ 695325 h 438"/>
                <a:gd name="T14" fmla="*/ 187325 w 252"/>
                <a:gd name="T15" fmla="*/ 17463 h 438"/>
                <a:gd name="T16" fmla="*/ 187325 w 252"/>
                <a:gd name="T17" fmla="*/ 14288 h 4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2" h="438">
                  <a:moveTo>
                    <a:pt x="118" y="9"/>
                  </a:moveTo>
                  <a:lnTo>
                    <a:pt x="115" y="0"/>
                  </a:lnTo>
                  <a:lnTo>
                    <a:pt x="108" y="0"/>
                  </a:lnTo>
                  <a:lnTo>
                    <a:pt x="104" y="9"/>
                  </a:lnTo>
                  <a:lnTo>
                    <a:pt x="102" y="14"/>
                  </a:lnTo>
                  <a:lnTo>
                    <a:pt x="0" y="246"/>
                  </a:lnTo>
                  <a:lnTo>
                    <a:pt x="252" y="438"/>
                  </a:lnTo>
                  <a:lnTo>
                    <a:pt x="118" y="11"/>
                  </a:lnTo>
                  <a:lnTo>
                    <a:pt x="118" y="9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5" name="Freeform 171">
              <a:extLst>
                <a:ext uri="{FF2B5EF4-FFF2-40B4-BE49-F238E27FC236}">
                  <a16:creationId xmlns:a16="http://schemas.microsoft.com/office/drawing/2014/main" id="{49C0DEE8-A23C-41BE-A9F2-5586746B17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351000" y="3705225"/>
              <a:ext cx="922338" cy="111125"/>
            </a:xfrm>
            <a:custGeom>
              <a:avLst/>
              <a:gdLst>
                <a:gd name="T0" fmla="*/ 0 w 581"/>
                <a:gd name="T1" fmla="*/ 0 h 70"/>
                <a:gd name="T2" fmla="*/ 284163 w 581"/>
                <a:gd name="T3" fmla="*/ 111125 h 70"/>
                <a:gd name="T4" fmla="*/ 922338 w 581"/>
                <a:gd name="T5" fmla="*/ 111125 h 70"/>
                <a:gd name="T6" fmla="*/ 890588 w 581"/>
                <a:gd name="T7" fmla="*/ 53975 h 70"/>
                <a:gd name="T8" fmla="*/ 0 w 581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1" h="70">
                  <a:moveTo>
                    <a:pt x="0" y="0"/>
                  </a:moveTo>
                  <a:lnTo>
                    <a:pt x="179" y="70"/>
                  </a:lnTo>
                  <a:lnTo>
                    <a:pt x="581" y="70"/>
                  </a:lnTo>
                  <a:lnTo>
                    <a:pt x="561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6" name="Freeform 172">
              <a:extLst>
                <a:ext uri="{FF2B5EF4-FFF2-40B4-BE49-F238E27FC236}">
                  <a16:creationId xmlns:a16="http://schemas.microsoft.com/office/drawing/2014/main" id="{CE2B1991-75D4-4507-9086-42BEBADAF8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17488" y="3275013"/>
              <a:ext cx="1433513" cy="541337"/>
            </a:xfrm>
            <a:custGeom>
              <a:avLst/>
              <a:gdLst>
                <a:gd name="T0" fmla="*/ 284163 w 903"/>
                <a:gd name="T1" fmla="*/ 533400 h 341"/>
                <a:gd name="T2" fmla="*/ 288925 w 903"/>
                <a:gd name="T3" fmla="*/ 541337 h 341"/>
                <a:gd name="T4" fmla="*/ 385763 w 903"/>
                <a:gd name="T5" fmla="*/ 541337 h 341"/>
                <a:gd name="T6" fmla="*/ 1433513 w 903"/>
                <a:gd name="T7" fmla="*/ 430212 h 341"/>
                <a:gd name="T8" fmla="*/ 0 w 903"/>
                <a:gd name="T9" fmla="*/ 0 h 341"/>
                <a:gd name="T10" fmla="*/ 284163 w 903"/>
                <a:gd name="T11" fmla="*/ 533400 h 3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03" h="341">
                  <a:moveTo>
                    <a:pt x="179" y="336"/>
                  </a:moveTo>
                  <a:lnTo>
                    <a:pt x="182" y="341"/>
                  </a:lnTo>
                  <a:lnTo>
                    <a:pt x="243" y="341"/>
                  </a:lnTo>
                  <a:lnTo>
                    <a:pt x="903" y="271"/>
                  </a:lnTo>
                  <a:lnTo>
                    <a:pt x="0" y="0"/>
                  </a:lnTo>
                  <a:lnTo>
                    <a:pt x="179" y="336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7" name="Freeform 173">
              <a:extLst>
                <a:ext uri="{FF2B5EF4-FFF2-40B4-BE49-F238E27FC236}">
                  <a16:creationId xmlns:a16="http://schemas.microsoft.com/office/drawing/2014/main" id="{772FB3ED-0286-4726-8240-C698CA033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2075" y="2792413"/>
              <a:ext cx="241300" cy="171450"/>
            </a:xfrm>
            <a:custGeom>
              <a:avLst/>
              <a:gdLst>
                <a:gd name="T0" fmla="*/ 241300 w 152"/>
                <a:gd name="T1" fmla="*/ 171450 h 108"/>
                <a:gd name="T2" fmla="*/ 211138 w 152"/>
                <a:gd name="T3" fmla="*/ 14288 h 108"/>
                <a:gd name="T4" fmla="*/ 207963 w 152"/>
                <a:gd name="T5" fmla="*/ 0 h 108"/>
                <a:gd name="T6" fmla="*/ 0 w 152"/>
                <a:gd name="T7" fmla="*/ 0 h 108"/>
                <a:gd name="T8" fmla="*/ 20638 w 152"/>
                <a:gd name="T9" fmla="*/ 14288 h 108"/>
                <a:gd name="T10" fmla="*/ 241300 w 152"/>
                <a:gd name="T11" fmla="*/ 171450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2" h="108">
                  <a:moveTo>
                    <a:pt x="152" y="108"/>
                  </a:moveTo>
                  <a:lnTo>
                    <a:pt x="133" y="9"/>
                  </a:lnTo>
                  <a:lnTo>
                    <a:pt x="131" y="0"/>
                  </a:lnTo>
                  <a:lnTo>
                    <a:pt x="0" y="0"/>
                  </a:lnTo>
                  <a:lnTo>
                    <a:pt x="13" y="9"/>
                  </a:lnTo>
                  <a:lnTo>
                    <a:pt x="152" y="108"/>
                  </a:lnTo>
                  <a:close/>
                </a:path>
              </a:pathLst>
            </a:custGeom>
            <a:solidFill>
              <a:srgbClr val="498BCA"/>
            </a:solidFill>
            <a:ln w="3175">
              <a:solidFill>
                <a:srgbClr val="498BC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8" name="Freeform 174">
              <a:extLst>
                <a:ext uri="{FF2B5EF4-FFF2-40B4-BE49-F238E27FC236}">
                  <a16:creationId xmlns:a16="http://schemas.microsoft.com/office/drawing/2014/main" id="{D386D4A6-08F9-4409-A25F-09F43E248A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903325" y="3136900"/>
              <a:ext cx="395288" cy="400050"/>
            </a:xfrm>
            <a:custGeom>
              <a:avLst/>
              <a:gdLst>
                <a:gd name="T0" fmla="*/ 235735 w 825"/>
                <a:gd name="T1" fmla="*/ 0 h 834"/>
                <a:gd name="T2" fmla="*/ 107806 w 825"/>
                <a:gd name="T3" fmla="*/ 63317 h 834"/>
                <a:gd name="T4" fmla="*/ 107806 w 825"/>
                <a:gd name="T5" fmla="*/ 63317 h 834"/>
                <a:gd name="T6" fmla="*/ 107806 w 825"/>
                <a:gd name="T7" fmla="*/ 63317 h 834"/>
                <a:gd name="T8" fmla="*/ 107806 w 825"/>
                <a:gd name="T9" fmla="*/ 6715 h 834"/>
                <a:gd name="T10" fmla="*/ 0 w 825"/>
                <a:gd name="T11" fmla="*/ 6715 h 834"/>
                <a:gd name="T12" fmla="*/ 0 w 825"/>
                <a:gd name="T13" fmla="*/ 400050 h 834"/>
                <a:gd name="T14" fmla="*/ 107806 w 825"/>
                <a:gd name="T15" fmla="*/ 400050 h 834"/>
                <a:gd name="T16" fmla="*/ 107806 w 825"/>
                <a:gd name="T17" fmla="*/ 176041 h 834"/>
                <a:gd name="T18" fmla="*/ 196925 w 825"/>
                <a:gd name="T19" fmla="*/ 93057 h 834"/>
                <a:gd name="T20" fmla="*/ 287482 w 825"/>
                <a:gd name="T21" fmla="*/ 176041 h 834"/>
                <a:gd name="T22" fmla="*/ 287482 w 825"/>
                <a:gd name="T23" fmla="*/ 400050 h 834"/>
                <a:gd name="T24" fmla="*/ 395288 w 825"/>
                <a:gd name="T25" fmla="*/ 400050 h 834"/>
                <a:gd name="T26" fmla="*/ 395288 w 825"/>
                <a:gd name="T27" fmla="*/ 156374 h 834"/>
                <a:gd name="T28" fmla="*/ 235735 w 825"/>
                <a:gd name="T29" fmla="*/ 0 h 83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9" name="Freeform 175">
              <a:extLst>
                <a:ext uri="{FF2B5EF4-FFF2-40B4-BE49-F238E27FC236}">
                  <a16:creationId xmlns:a16="http://schemas.microsoft.com/office/drawing/2014/main" id="{570AA371-227E-454D-B770-842867C15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747875" y="3143250"/>
              <a:ext cx="441325" cy="393700"/>
            </a:xfrm>
            <a:custGeom>
              <a:avLst/>
              <a:gdLst>
                <a:gd name="T0" fmla="*/ 317500 w 278"/>
                <a:gd name="T1" fmla="*/ 0 h 248"/>
                <a:gd name="T2" fmla="*/ 220663 w 278"/>
                <a:gd name="T3" fmla="*/ 268288 h 248"/>
                <a:gd name="T4" fmla="*/ 122238 w 278"/>
                <a:gd name="T5" fmla="*/ 0 h 248"/>
                <a:gd name="T6" fmla="*/ 0 w 278"/>
                <a:gd name="T7" fmla="*/ 0 h 248"/>
                <a:gd name="T8" fmla="*/ 161925 w 278"/>
                <a:gd name="T9" fmla="*/ 393700 h 248"/>
                <a:gd name="T10" fmla="*/ 279400 w 278"/>
                <a:gd name="T11" fmla="*/ 393700 h 248"/>
                <a:gd name="T12" fmla="*/ 441325 w 278"/>
                <a:gd name="T13" fmla="*/ 0 h 248"/>
                <a:gd name="T14" fmla="*/ 317500 w 278"/>
                <a:gd name="T15" fmla="*/ 0 h 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8" h="248">
                  <a:moveTo>
                    <a:pt x="200" y="0"/>
                  </a:moveTo>
                  <a:lnTo>
                    <a:pt x="139" y="169"/>
                  </a:lnTo>
                  <a:lnTo>
                    <a:pt x="77" y="0"/>
                  </a:lnTo>
                  <a:lnTo>
                    <a:pt x="0" y="0"/>
                  </a:lnTo>
                  <a:lnTo>
                    <a:pt x="102" y="248"/>
                  </a:lnTo>
                  <a:lnTo>
                    <a:pt x="176" y="248"/>
                  </a:lnTo>
                  <a:lnTo>
                    <a:pt x="278" y="0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50" name="Freeform 176">
              <a:extLst>
                <a:ext uri="{FF2B5EF4-FFF2-40B4-BE49-F238E27FC236}">
                  <a16:creationId xmlns:a16="http://schemas.microsoft.com/office/drawing/2014/main" id="{B3CF4E1D-75F4-4C11-B3A5-365E0C7B77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454063" y="3136900"/>
              <a:ext cx="409575" cy="406400"/>
            </a:xfrm>
            <a:custGeom>
              <a:avLst/>
              <a:gdLst>
                <a:gd name="T0" fmla="*/ 333497 w 856"/>
                <a:gd name="T1" fmla="*/ 278921 h 848"/>
                <a:gd name="T2" fmla="*/ 221056 w 856"/>
                <a:gd name="T3" fmla="*/ 320615 h 848"/>
                <a:gd name="T4" fmla="*/ 133973 w 856"/>
                <a:gd name="T5" fmla="*/ 288506 h 848"/>
                <a:gd name="T6" fmla="*/ 409575 w 856"/>
                <a:gd name="T7" fmla="*/ 173966 h 848"/>
                <a:gd name="T8" fmla="*/ 362684 w 856"/>
                <a:gd name="T9" fmla="*/ 64698 h 848"/>
                <a:gd name="T10" fmla="*/ 207658 w 856"/>
                <a:gd name="T11" fmla="*/ 0 h 848"/>
                <a:gd name="T12" fmla="*/ 0 w 856"/>
                <a:gd name="T13" fmla="*/ 203200 h 848"/>
                <a:gd name="T14" fmla="*/ 219620 w 856"/>
                <a:gd name="T15" fmla="*/ 406400 h 848"/>
                <a:gd name="T16" fmla="*/ 401919 w 856"/>
                <a:gd name="T17" fmla="*/ 331158 h 848"/>
                <a:gd name="T18" fmla="*/ 333497 w 856"/>
                <a:gd name="T19" fmla="*/ 278921 h 848"/>
                <a:gd name="T20" fmla="*/ 126796 w 856"/>
                <a:gd name="T21" fmla="*/ 125083 h 848"/>
                <a:gd name="T22" fmla="*/ 209572 w 856"/>
                <a:gd name="T23" fmla="*/ 85785 h 848"/>
                <a:gd name="T24" fmla="*/ 292827 w 856"/>
                <a:gd name="T25" fmla="*/ 140898 h 848"/>
                <a:gd name="T26" fmla="*/ 104786 w 856"/>
                <a:gd name="T27" fmla="*/ 219015 h 848"/>
                <a:gd name="T28" fmla="*/ 126796 w 856"/>
                <a:gd name="T29" fmla="*/ 125083 h 84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51" name="Freeform 177">
              <a:extLst>
                <a:ext uri="{FF2B5EF4-FFF2-40B4-BE49-F238E27FC236}">
                  <a16:creationId xmlns:a16="http://schemas.microsoft.com/office/drawing/2014/main" id="{B38874A2-63FD-4E38-A6E3-4776114341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087350" y="3025775"/>
              <a:ext cx="355600" cy="511175"/>
            </a:xfrm>
            <a:custGeom>
              <a:avLst/>
              <a:gdLst>
                <a:gd name="T0" fmla="*/ 355600 w 224"/>
                <a:gd name="T1" fmla="*/ 411163 h 322"/>
                <a:gd name="T2" fmla="*/ 109538 w 224"/>
                <a:gd name="T3" fmla="*/ 411163 h 322"/>
                <a:gd name="T4" fmla="*/ 109538 w 224"/>
                <a:gd name="T5" fmla="*/ 0 h 322"/>
                <a:gd name="T6" fmla="*/ 0 w 224"/>
                <a:gd name="T7" fmla="*/ 0 h 322"/>
                <a:gd name="T8" fmla="*/ 0 w 224"/>
                <a:gd name="T9" fmla="*/ 511175 h 322"/>
                <a:gd name="T10" fmla="*/ 355600 w 224"/>
                <a:gd name="T11" fmla="*/ 511175 h 322"/>
                <a:gd name="T12" fmla="*/ 355600 w 224"/>
                <a:gd name="T13" fmla="*/ 411163 h 3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4" h="322">
                  <a:moveTo>
                    <a:pt x="224" y="259"/>
                  </a:moveTo>
                  <a:lnTo>
                    <a:pt x="69" y="259"/>
                  </a:lnTo>
                  <a:lnTo>
                    <a:pt x="69" y="0"/>
                  </a:lnTo>
                  <a:lnTo>
                    <a:pt x="0" y="0"/>
                  </a:lnTo>
                  <a:lnTo>
                    <a:pt x="0" y="322"/>
                  </a:lnTo>
                  <a:lnTo>
                    <a:pt x="224" y="322"/>
                  </a:lnTo>
                  <a:lnTo>
                    <a:pt x="224" y="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52" name="Freeform 178">
              <a:extLst>
                <a:ext uri="{FF2B5EF4-FFF2-40B4-BE49-F238E27FC236}">
                  <a16:creationId xmlns:a16="http://schemas.microsoft.com/office/drawing/2014/main" id="{0018735C-1C93-42C9-A818-F1F2B6F3C4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173325" y="3136900"/>
              <a:ext cx="422275" cy="406400"/>
            </a:xfrm>
            <a:custGeom>
              <a:avLst/>
              <a:gdLst>
                <a:gd name="T0" fmla="*/ 210419 w 881"/>
                <a:gd name="T1" fmla="*/ 406400 h 848"/>
                <a:gd name="T2" fmla="*/ 0 w 881"/>
                <a:gd name="T3" fmla="*/ 203200 h 848"/>
                <a:gd name="T4" fmla="*/ 211856 w 881"/>
                <a:gd name="T5" fmla="*/ 0 h 848"/>
                <a:gd name="T6" fmla="*/ 422275 w 881"/>
                <a:gd name="T7" fmla="*/ 203200 h 848"/>
                <a:gd name="T8" fmla="*/ 210419 w 881"/>
                <a:gd name="T9" fmla="*/ 406400 h 848"/>
                <a:gd name="T10" fmla="*/ 210419 w 881"/>
                <a:gd name="T11" fmla="*/ 92494 h 848"/>
                <a:gd name="T12" fmla="*/ 106408 w 881"/>
                <a:gd name="T13" fmla="*/ 203200 h 848"/>
                <a:gd name="T14" fmla="*/ 211856 w 881"/>
                <a:gd name="T15" fmla="*/ 313906 h 848"/>
                <a:gd name="T16" fmla="*/ 315867 w 881"/>
                <a:gd name="T17" fmla="*/ 203200 h 848"/>
                <a:gd name="T18" fmla="*/ 210419 w 881"/>
                <a:gd name="T19" fmla="*/ 92494 h 8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53" name="Freeform 179">
              <a:extLst>
                <a:ext uri="{FF2B5EF4-FFF2-40B4-BE49-F238E27FC236}">
                  <a16:creationId xmlns:a16="http://schemas.microsoft.com/office/drawing/2014/main" id="{9DC7615F-94FB-44F3-8B70-870F03696A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4341475" y="3136900"/>
              <a:ext cx="422275" cy="406400"/>
            </a:xfrm>
            <a:custGeom>
              <a:avLst/>
              <a:gdLst>
                <a:gd name="T0" fmla="*/ 210180 w 882"/>
                <a:gd name="T1" fmla="*/ 406400 h 848"/>
                <a:gd name="T2" fmla="*/ 0 w 882"/>
                <a:gd name="T3" fmla="*/ 203200 h 848"/>
                <a:gd name="T4" fmla="*/ 211616 w 882"/>
                <a:gd name="T5" fmla="*/ 0 h 848"/>
                <a:gd name="T6" fmla="*/ 422275 w 882"/>
                <a:gd name="T7" fmla="*/ 203200 h 848"/>
                <a:gd name="T8" fmla="*/ 210180 w 882"/>
                <a:gd name="T9" fmla="*/ 406400 h 848"/>
                <a:gd name="T10" fmla="*/ 210180 w 882"/>
                <a:gd name="T11" fmla="*/ 92494 h 848"/>
                <a:gd name="T12" fmla="*/ 106287 w 882"/>
                <a:gd name="T13" fmla="*/ 203200 h 848"/>
                <a:gd name="T14" fmla="*/ 211616 w 882"/>
                <a:gd name="T15" fmla="*/ 313906 h 848"/>
                <a:gd name="T16" fmla="*/ 315988 w 882"/>
                <a:gd name="T17" fmla="*/ 203200 h 848"/>
                <a:gd name="T18" fmla="*/ 210180 w 882"/>
                <a:gd name="T19" fmla="*/ 92494 h 8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78667666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白色版</a:t>
            </a:r>
            <a:br>
              <a:rPr lang="en-US" altLang="zh-CN" dirty="0"/>
            </a:br>
            <a:r>
              <a:rPr lang="zh-CN" altLang="en-US" dirty="0"/>
              <a:t>演示标题</a:t>
            </a:r>
            <a:br>
              <a:rPr lang="en-US" altLang="zh-CN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副标题注解区域</a:t>
            </a:r>
            <a:endParaRPr lang="en-US" dirty="0"/>
          </a:p>
        </p:txBody>
      </p:sp>
      <p:sp>
        <p:nvSpPr>
          <p:cNvPr id="6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2019 Lenovo Internal. All rights reserved.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312" y="5690920"/>
            <a:ext cx="2502310" cy="50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12300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黑色版</a:t>
            </a:r>
            <a:br>
              <a:rPr lang="en-US" altLang="zh-CN" dirty="0"/>
            </a:br>
            <a:r>
              <a:rPr lang="zh-CN" altLang="en-US" dirty="0"/>
              <a:t>演示标题</a:t>
            </a:r>
            <a:br>
              <a:rPr lang="en-US" altLang="zh-CN" dirty="0"/>
            </a:br>
            <a:r>
              <a:rPr lang="zh-CN" altLang="en-US" dirty="0"/>
              <a:t>区域</a:t>
            </a:r>
            <a:endParaRPr lang="en-US" dirty="0"/>
          </a:p>
        </p:txBody>
      </p:sp>
      <p:pic>
        <p:nvPicPr>
          <p:cNvPr id="52" name="图片 5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51312" y="5697497"/>
            <a:ext cx="2502310" cy="501203"/>
          </a:xfrm>
          <a:prstGeom prst="rect">
            <a:avLst/>
          </a:prstGeom>
        </p:spPr>
      </p:pic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副标题注解区域</a:t>
            </a:r>
            <a:endParaRPr lang="en-US" dirty="0"/>
          </a:p>
        </p:txBody>
      </p:sp>
      <p:sp>
        <p:nvSpPr>
          <p:cNvPr id="7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5793970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Color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色块版</a:t>
            </a:r>
            <a:br>
              <a:rPr lang="en-US" altLang="zh-CN" dirty="0"/>
            </a:br>
            <a:r>
              <a:rPr lang="zh-CN" altLang="en-US" dirty="0"/>
              <a:t>演示标题</a:t>
            </a:r>
            <a:br>
              <a:rPr lang="en-US" altLang="zh-CN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副标题注解区域</a:t>
            </a:r>
            <a:endParaRPr lang="en-US" dirty="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42837" y="5697496"/>
            <a:ext cx="2502313" cy="501204"/>
          </a:xfrm>
          <a:prstGeom prst="rect">
            <a:avLst/>
          </a:prstGeom>
        </p:spPr>
      </p:pic>
      <p:sp>
        <p:nvSpPr>
          <p:cNvPr id="6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41800061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7432" y="-266700"/>
            <a:ext cx="12669432" cy="71247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477432" y="-266700"/>
            <a:ext cx="12669432" cy="7124700"/>
          </a:xfrm>
          <a:prstGeom prst="rect">
            <a:avLst/>
          </a:prstGeom>
          <a:solidFill>
            <a:schemeClr val="bg2">
              <a:lumMod val="75000"/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8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图片版</a:t>
            </a:r>
            <a:br>
              <a:rPr lang="en-US" altLang="zh-CN" dirty="0"/>
            </a:br>
            <a:r>
              <a:rPr lang="zh-CN" altLang="en-US" dirty="0"/>
              <a:t>演示标题</a:t>
            </a:r>
            <a:br>
              <a:rPr lang="en-US" altLang="zh-CN" dirty="0"/>
            </a:br>
            <a:r>
              <a:rPr lang="zh-CN" altLang="en-US" dirty="0"/>
              <a:t>区域</a:t>
            </a:r>
            <a:endParaRPr lang="en-US" dirty="0"/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副标题注解区域</a:t>
            </a:r>
            <a:endParaRPr lang="en-US" dirty="0"/>
          </a:p>
        </p:txBody>
      </p:sp>
      <p:sp>
        <p:nvSpPr>
          <p:cNvPr id="11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</a:rPr>
              <a:t>2019 Lenovo Internal. All rights reserved.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1312" y="5697497"/>
            <a:ext cx="2502310" cy="50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17761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7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1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accent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白色版</a:t>
            </a:r>
            <a:endParaRPr lang="en-US" dirty="0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741469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7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1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黑色版</a:t>
            </a:r>
            <a:endParaRPr lang="en-US" dirty="0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2574164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Col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1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色块版</a:t>
            </a:r>
            <a:endParaRPr lang="en-US" dirty="0"/>
          </a:p>
        </p:txBody>
      </p:sp>
      <p:sp>
        <p:nvSpPr>
          <p:cNvPr id="9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2687248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-139738" y="-79165"/>
            <a:ext cx="12474650" cy="7016329"/>
          </a:xfrm>
          <a:prstGeom prst="rect">
            <a:avLst/>
          </a:prstGeom>
        </p:spPr>
      </p:pic>
      <p:sp>
        <p:nvSpPr>
          <p:cNvPr id="8" name="Rectangle 83"/>
          <p:cNvSpPr/>
          <p:nvPr userDrawn="1"/>
        </p:nvSpPr>
        <p:spPr>
          <a:xfrm>
            <a:off x="-101627" y="-101600"/>
            <a:ext cx="12398429" cy="70993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1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图片版</a:t>
            </a:r>
            <a:endParaRPr lang="en-US" dirty="0"/>
          </a:p>
        </p:txBody>
      </p:sp>
      <p:sp>
        <p:nvSpPr>
          <p:cNvPr id="10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54213627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1</a:t>
            </a:r>
            <a:endParaRPr lang="en-US" dirty="0"/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2</a:t>
            </a:r>
            <a:endParaRPr lang="en-US" dirty="0"/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3</a:t>
            </a:r>
            <a:r>
              <a:rPr lang="en-US" dirty="0"/>
              <a:t> 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Footer Placeholder 1"/>
          <p:cNvSpPr txBox="1"/>
          <p:nvPr userDrawn="1"/>
        </p:nvSpPr>
        <p:spPr>
          <a:xfrm>
            <a:off x="1680617" y="638162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2019 Lenovo Internal. All rights reserved.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167" y="6374964"/>
            <a:ext cx="1114281" cy="22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38373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1</a:t>
            </a:r>
            <a:endParaRPr lang="en-US" dirty="0"/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2</a:t>
            </a:r>
            <a:endParaRPr lang="en-US" dirty="0"/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3</a:t>
            </a:r>
            <a:r>
              <a:rPr lang="en-US" dirty="0"/>
              <a:t> 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9" name="Footer Placeholder 1"/>
          <p:cNvSpPr txBox="1"/>
          <p:nvPr userDrawn="1"/>
        </p:nvSpPr>
        <p:spPr>
          <a:xfrm>
            <a:off x="1680617" y="638162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</a:rPr>
              <a:t>2019 Lenovo Internal. All rights reserved.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167" y="6374964"/>
            <a:ext cx="1114281" cy="22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06329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765" indent="0">
              <a:buNone/>
              <a:defRPr sz="2100" b="1"/>
            </a:lvl5pPr>
            <a:lvl6pPr marL="3047365" indent="0">
              <a:buNone/>
              <a:defRPr sz="2100" b="1"/>
            </a:lvl6pPr>
            <a:lvl7pPr marL="3656965" indent="0">
              <a:buNone/>
              <a:defRPr sz="2100" b="1"/>
            </a:lvl7pPr>
            <a:lvl8pPr marL="4266565" indent="0">
              <a:buNone/>
              <a:defRPr sz="2100" b="1"/>
            </a:lvl8pPr>
            <a:lvl9pPr marL="4876165" indent="0">
              <a:buNone/>
              <a:defRPr sz="2100" b="1"/>
            </a:lvl9pPr>
          </a:lstStyle>
          <a:p>
            <a:pPr lvl="0"/>
            <a:r>
              <a:rPr lang="zh-CN" altLang="en-US" dirty="0"/>
              <a:t>点击添加副标题</a:t>
            </a:r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1218565" rtl="0" eaLnBrk="1" latinLnBrk="0" hangingPunct="1"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000" smtClean="0">
                <a:solidFill>
                  <a:schemeClr val="tx1"/>
                </a:solidFill>
              </a:rPr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591056"/>
            <a:ext cx="11076268" cy="480021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1</a:t>
            </a:r>
            <a:endParaRPr lang="en-US" dirty="0"/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2</a:t>
            </a:r>
            <a:endParaRPr lang="en-US" dirty="0"/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3</a:t>
            </a:r>
            <a:r>
              <a:rPr lang="en-US" dirty="0"/>
              <a:t> 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4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167" y="6374964"/>
            <a:ext cx="1114281" cy="222799"/>
          </a:xfrm>
          <a:prstGeom prst="rect">
            <a:avLst/>
          </a:prstGeom>
        </p:spPr>
      </p:pic>
      <p:sp>
        <p:nvSpPr>
          <p:cNvPr id="19" name="Footer Placeholder 1"/>
          <p:cNvSpPr txBox="1"/>
          <p:nvPr userDrawn="1"/>
        </p:nvSpPr>
        <p:spPr>
          <a:xfrm>
            <a:off x="1680617" y="638162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54174204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167" y="6374964"/>
            <a:ext cx="1114281" cy="222799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765" indent="0">
              <a:buNone/>
              <a:defRPr sz="2100" b="1"/>
            </a:lvl5pPr>
            <a:lvl6pPr marL="3047365" indent="0">
              <a:buNone/>
              <a:defRPr sz="2100" b="1"/>
            </a:lvl6pPr>
            <a:lvl7pPr marL="3656965" indent="0">
              <a:buNone/>
              <a:defRPr sz="2100" b="1"/>
            </a:lvl7pPr>
            <a:lvl8pPr marL="4266565" indent="0">
              <a:buNone/>
              <a:defRPr sz="2100" b="1"/>
            </a:lvl8pPr>
            <a:lvl9pPr marL="4876165" indent="0">
              <a:buNone/>
              <a:defRPr sz="2100" b="1"/>
            </a:lvl9pPr>
          </a:lstStyle>
          <a:p>
            <a:pPr lvl="0"/>
            <a:r>
              <a:rPr lang="zh-CN" altLang="en-US" dirty="0"/>
              <a:t>点击添加副标题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1218565" rtl="0" eaLnBrk="1" latinLnBrk="0" hangingPunct="1"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000" smtClean="0">
                <a:solidFill>
                  <a:schemeClr val="bg1"/>
                </a:solidFill>
              </a:rPr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3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591056"/>
            <a:ext cx="11076268" cy="480021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1</a:t>
            </a:r>
            <a:endParaRPr lang="en-US" dirty="0"/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2</a:t>
            </a:r>
            <a:endParaRPr lang="en-US" dirty="0"/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3</a:t>
            </a:r>
            <a:r>
              <a:rPr lang="en-US" dirty="0"/>
              <a:t> 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12" name="Footer Placeholder 1"/>
          <p:cNvSpPr txBox="1"/>
          <p:nvPr userDrawn="1"/>
        </p:nvSpPr>
        <p:spPr>
          <a:xfrm>
            <a:off x="1680617" y="638162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28675997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3 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6" hasCustomPrompt="1"/>
          </p:nvPr>
        </p:nvSpPr>
        <p:spPr bwMode="gray">
          <a:xfrm>
            <a:off x="6244692" y="1179575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3 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167" y="6374964"/>
            <a:ext cx="1114281" cy="222799"/>
          </a:xfrm>
          <a:prstGeom prst="rect">
            <a:avLst/>
          </a:prstGeom>
        </p:spPr>
      </p:pic>
      <p:sp>
        <p:nvSpPr>
          <p:cNvPr id="13" name="Footer Placeholder 1"/>
          <p:cNvSpPr txBox="1"/>
          <p:nvPr userDrawn="1"/>
        </p:nvSpPr>
        <p:spPr>
          <a:xfrm>
            <a:off x="1680617" y="638162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851606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3 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6" hasCustomPrompt="1"/>
          </p:nvPr>
        </p:nvSpPr>
        <p:spPr bwMode="gray">
          <a:xfrm>
            <a:off x="6244692" y="1179575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3 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167" y="6374964"/>
            <a:ext cx="1114281" cy="222799"/>
          </a:xfrm>
          <a:prstGeom prst="rect">
            <a:avLst/>
          </a:prstGeom>
        </p:spPr>
      </p:pic>
      <p:sp>
        <p:nvSpPr>
          <p:cNvPr id="11" name="Footer Placeholder 1"/>
          <p:cNvSpPr txBox="1"/>
          <p:nvPr userDrawn="1"/>
        </p:nvSpPr>
        <p:spPr>
          <a:xfrm>
            <a:off x="1680617" y="638162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26173182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3"/>
          <p:cNvPicPr>
            <a:picLocks noChangeAspect="1"/>
          </p:cNvPicPr>
          <p:nvPr userDrawn="1"/>
        </p:nvPicPr>
        <p:blipFill rotWithShape="1">
          <a:blip r:embed="rId2"/>
          <a:srcRect l="54687" r="1391"/>
          <a:stretch>
            <a:fillRect/>
          </a:stretch>
        </p:blipFill>
        <p:spPr>
          <a:xfrm>
            <a:off x="6837067" y="648"/>
            <a:ext cx="5354934" cy="6857353"/>
          </a:xfrm>
          <a:prstGeom prst="rect">
            <a:avLst/>
          </a:prstGeom>
        </p:spPr>
      </p:pic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6038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3 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167" y="6374964"/>
            <a:ext cx="1114281" cy="222799"/>
          </a:xfrm>
          <a:prstGeom prst="rect">
            <a:avLst/>
          </a:prstGeom>
        </p:spPr>
      </p:pic>
      <p:sp>
        <p:nvSpPr>
          <p:cNvPr id="12" name="Footer Placeholder 1"/>
          <p:cNvSpPr txBox="1"/>
          <p:nvPr userDrawn="1"/>
        </p:nvSpPr>
        <p:spPr>
          <a:xfrm>
            <a:off x="1680617" y="638162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2203605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3"/>
          <p:cNvPicPr>
            <a:picLocks noChangeAspect="1"/>
          </p:cNvPicPr>
          <p:nvPr userDrawn="1"/>
        </p:nvPicPr>
        <p:blipFill rotWithShape="1">
          <a:blip r:embed="rId2"/>
          <a:srcRect l="54687" r="1391"/>
          <a:stretch>
            <a:fillRect/>
          </a:stretch>
        </p:blipFill>
        <p:spPr>
          <a:xfrm>
            <a:off x="6837067" y="648"/>
            <a:ext cx="5354934" cy="6857353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6038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3 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167" y="6374964"/>
            <a:ext cx="1114281" cy="222799"/>
          </a:xfrm>
          <a:prstGeom prst="rect">
            <a:avLst/>
          </a:prstGeom>
        </p:spPr>
      </p:pic>
      <p:sp>
        <p:nvSpPr>
          <p:cNvPr id="10" name="Footer Placeholder 1"/>
          <p:cNvSpPr txBox="1"/>
          <p:nvPr userDrawn="1"/>
        </p:nvSpPr>
        <p:spPr>
          <a:xfrm>
            <a:off x="1680617" y="638162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20370486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12" name="Slide Number Placeholder 5"/>
          <p:cNvSpPr>
            <a:spLocks noGrp="1"/>
          </p:cNvSpPr>
          <p:nvPr userDrawn="1"/>
        </p:nvSpPr>
        <p:spPr>
          <a:xfrm>
            <a:off x="11880007" y="6600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z="1000" smtClean="0">
                <a:solidFill>
                  <a:schemeClr val="tx1"/>
                </a:solidFill>
              </a:rPr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3 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0" hasCustomPrompt="1"/>
          </p:nvPr>
        </p:nvSpPr>
        <p:spPr bwMode="gray">
          <a:xfrm>
            <a:off x="6244692" y="1179575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3 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167" y="6374964"/>
            <a:ext cx="1114281" cy="222799"/>
          </a:xfrm>
          <a:prstGeom prst="rect">
            <a:avLst/>
          </a:prstGeom>
        </p:spPr>
      </p:pic>
      <p:sp>
        <p:nvSpPr>
          <p:cNvPr id="10" name="Footer Placeholder 1"/>
          <p:cNvSpPr txBox="1"/>
          <p:nvPr userDrawn="1"/>
        </p:nvSpPr>
        <p:spPr>
          <a:xfrm>
            <a:off x="1680617" y="638162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87981950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3 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323470" y="-41977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添加标题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20" hasCustomPrompt="1"/>
          </p:nvPr>
        </p:nvSpPr>
        <p:spPr bwMode="gray">
          <a:xfrm>
            <a:off x="6244692" y="1179575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 dirty="0"/>
              <a:t>内容层级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内容层级</a:t>
            </a:r>
            <a:r>
              <a:rPr lang="en-US" altLang="zh-CN" dirty="0"/>
              <a:t>2</a:t>
            </a:r>
          </a:p>
          <a:p>
            <a:pPr lvl="3"/>
            <a:r>
              <a:rPr lang="zh-CN" altLang="en-US" dirty="0"/>
              <a:t>内容层级</a:t>
            </a:r>
            <a:r>
              <a:rPr lang="en-US" altLang="zh-CN" dirty="0"/>
              <a:t>3 </a:t>
            </a:r>
          </a:p>
          <a:p>
            <a:pPr lvl="4"/>
            <a:r>
              <a:rPr lang="zh-CN" altLang="en-US" dirty="0"/>
              <a:t>内容层级</a:t>
            </a:r>
            <a:r>
              <a:rPr lang="en-US" altLang="zh-CN" dirty="0"/>
              <a:t>4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167" y="6374964"/>
            <a:ext cx="1114281" cy="222799"/>
          </a:xfrm>
          <a:prstGeom prst="rect">
            <a:avLst/>
          </a:prstGeom>
        </p:spPr>
      </p:pic>
      <p:sp>
        <p:nvSpPr>
          <p:cNvPr id="11" name="Footer Placeholder 1"/>
          <p:cNvSpPr txBox="1"/>
          <p:nvPr userDrawn="1"/>
        </p:nvSpPr>
        <p:spPr>
          <a:xfrm>
            <a:off x="1680617" y="638162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55388535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548783" y="1276350"/>
            <a:ext cx="10167728" cy="324264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4400" b="1" spc="-15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</a:defRPr>
            </a:lvl1pPr>
            <a:lvl2pPr marL="341630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470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编辑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554482" y="4623890"/>
            <a:ext cx="10162029" cy="8763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spc="0" baseline="0">
                <a:ln>
                  <a:noFill/>
                </a:ln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</a:defRPr>
            </a:lvl1pPr>
            <a:lvl2pPr marL="341630" indent="0">
              <a:buNone/>
              <a:defRPr/>
            </a:lvl2pPr>
            <a:lvl3pPr marL="679450" indent="0">
              <a:buNone/>
              <a:defRPr/>
            </a:lvl3pPr>
            <a:lvl4pPr marL="966470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点击添编辑加文本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657397" y="398464"/>
            <a:ext cx="990858" cy="735013"/>
            <a:chOff x="657226" y="398463"/>
            <a:chExt cx="990600" cy="735013"/>
          </a:xfrm>
          <a:solidFill>
            <a:schemeClr val="accent6"/>
          </a:solidFill>
        </p:grpSpPr>
        <p:sp>
          <p:nvSpPr>
            <p:cNvPr id="7" name="Freeform 5"/>
            <p:cNvSpPr/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167" y="6374964"/>
            <a:ext cx="1114281" cy="222799"/>
          </a:xfrm>
          <a:prstGeom prst="rect">
            <a:avLst/>
          </a:prstGeom>
        </p:spPr>
      </p:pic>
      <p:sp>
        <p:nvSpPr>
          <p:cNvPr id="10" name="Footer Placeholder 1"/>
          <p:cNvSpPr txBox="1"/>
          <p:nvPr userDrawn="1"/>
        </p:nvSpPr>
        <p:spPr>
          <a:xfrm>
            <a:off x="1680617" y="638162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44833855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657397" y="398464"/>
            <a:ext cx="990858" cy="735013"/>
            <a:chOff x="657226" y="398463"/>
            <a:chExt cx="990600" cy="735013"/>
          </a:xfrm>
          <a:solidFill>
            <a:schemeClr val="accent6"/>
          </a:solidFill>
        </p:grpSpPr>
        <p:sp>
          <p:nvSpPr>
            <p:cNvPr id="7" name="Freeform 5"/>
            <p:cNvSpPr/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548783" y="1276350"/>
            <a:ext cx="10167728" cy="324264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4400" b="1" spc="-15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defRPr>
            </a:lvl1pPr>
            <a:lvl2pPr marL="341630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470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编辑</a:t>
            </a:r>
            <a:endParaRPr lang="en-US" altLang="zh-CN" dirty="0"/>
          </a:p>
        </p:txBody>
      </p:sp>
      <p:sp>
        <p:nvSpPr>
          <p:cNvPr id="4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554482" y="4623890"/>
            <a:ext cx="10162029" cy="8763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spc="0" baseline="0">
                <a:ln>
                  <a:noFill/>
                </a:ln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defRPr>
            </a:lvl1pPr>
            <a:lvl2pPr marL="341630" indent="0">
              <a:buNone/>
              <a:defRPr/>
            </a:lvl2pPr>
            <a:lvl3pPr marL="679450" indent="0">
              <a:buNone/>
              <a:defRPr/>
            </a:lvl3pPr>
            <a:lvl4pPr marL="966470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点击添编辑加文本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167" y="6374964"/>
            <a:ext cx="1114281" cy="222799"/>
          </a:xfrm>
          <a:prstGeom prst="rect">
            <a:avLst/>
          </a:prstGeom>
        </p:spPr>
      </p:pic>
      <p:sp>
        <p:nvSpPr>
          <p:cNvPr id="11" name="Footer Placeholder 1"/>
          <p:cNvSpPr txBox="1"/>
          <p:nvPr userDrawn="1"/>
        </p:nvSpPr>
        <p:spPr>
          <a:xfrm>
            <a:off x="1680617" y="638162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6768485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167" y="6374964"/>
            <a:ext cx="1114281" cy="222799"/>
          </a:xfrm>
          <a:prstGeom prst="rect">
            <a:avLst/>
          </a:prstGeom>
        </p:spPr>
      </p:pic>
      <p:sp>
        <p:nvSpPr>
          <p:cNvPr id="5" name="Footer Placeholder 1"/>
          <p:cNvSpPr txBox="1"/>
          <p:nvPr userDrawn="1"/>
        </p:nvSpPr>
        <p:spPr>
          <a:xfrm>
            <a:off x="1680617" y="638162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2019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47367424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167" y="6374964"/>
            <a:ext cx="1114281" cy="222799"/>
          </a:xfrm>
          <a:prstGeom prst="rect">
            <a:avLst/>
          </a:prstGeom>
        </p:spPr>
      </p:pic>
      <p:sp>
        <p:nvSpPr>
          <p:cNvPr id="6" name="Footer Placeholder 1"/>
          <p:cNvSpPr txBox="1"/>
          <p:nvPr userDrawn="1"/>
        </p:nvSpPr>
        <p:spPr>
          <a:xfrm>
            <a:off x="1680617" y="6381626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/>
                </a:solidFill>
              </a:rPr>
              <a:t>2018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84716986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6033" y="5789256"/>
            <a:ext cx="2211051" cy="442865"/>
          </a:xfrm>
          <a:prstGeom prst="rect">
            <a:avLst/>
          </a:prstGeom>
        </p:spPr>
      </p:pic>
      <p:grpSp>
        <p:nvGrpSpPr>
          <p:cNvPr id="20" name="Group 19"/>
          <p:cNvGrpSpPr/>
          <p:nvPr userDrawn="1"/>
        </p:nvGrpSpPr>
        <p:grpSpPr>
          <a:xfrm>
            <a:off x="637071" y="2331085"/>
            <a:ext cx="8135834" cy="1985010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21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 dirty="0"/>
            </a:p>
          </p:txBody>
        </p:sp>
        <p:sp>
          <p:nvSpPr>
            <p:cNvPr id="22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 dirty="0"/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solidFill>
              <a:srgbClr val="8246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4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7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solidFill>
              <a:srgbClr val="E31D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6786702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6033" y="5789256"/>
            <a:ext cx="2211051" cy="442865"/>
          </a:xfrm>
          <a:prstGeom prst="rect">
            <a:avLst/>
          </a:prstGeom>
        </p:spPr>
      </p:pic>
      <p:grpSp>
        <p:nvGrpSpPr>
          <p:cNvPr id="20" name="Group 19"/>
          <p:cNvGrpSpPr/>
          <p:nvPr userDrawn="1"/>
        </p:nvGrpSpPr>
        <p:grpSpPr>
          <a:xfrm>
            <a:off x="637071" y="2331085"/>
            <a:ext cx="8135834" cy="1985010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21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 dirty="0"/>
            </a:p>
          </p:txBody>
        </p:sp>
        <p:sp>
          <p:nvSpPr>
            <p:cNvPr id="22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 dirty="0"/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solidFill>
              <a:srgbClr val="8246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4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  <p:sp>
          <p:nvSpPr>
            <p:cNvPr id="27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solidFill>
              <a:srgbClr val="E31D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91262864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2019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554483" y="6421482"/>
            <a:ext cx="734547" cy="245008"/>
            <a:chOff x="547688" y="952500"/>
            <a:chExt cx="12190413" cy="4067175"/>
          </a:xfrm>
        </p:grpSpPr>
        <p:sp>
          <p:nvSpPr>
            <p:cNvPr id="6" name="Rectangle 5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" name="Freeform 7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9" name="Freeform 8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1" name="Freeform 10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62563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1721B-227F-42F1-A17E-F17706D287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25" r:id="rId13"/>
    <p:sldLayoutId id="214748372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50818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</p:sldLayoutIdLst>
  <p:transition spd="med"/>
  <p:hf hdr="0" ftr="0" dt="0"/>
  <p:txStyles>
    <p:titleStyle>
      <a:lvl1pPr algn="ctr" defTabSz="1218565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微软雅黑" panose="020B0502040204020203" pitchFamily="34" charset="-122"/>
          <a:ea typeface="微软雅黑" panose="020B0502040204020203" pitchFamily="34" charset="-122"/>
          <a:cs typeface="Arial" panose="020B0604020202020204" pitchFamily="34" charset="0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4300" kern="1200">
          <a:solidFill>
            <a:schemeClr val="tx1"/>
          </a:solidFill>
          <a:latin typeface="微软雅黑" panose="020B0502040204020203" pitchFamily="34" charset="-122"/>
          <a:ea typeface="微软雅黑" panose="020B0502040204020203" pitchFamily="34" charset="-122"/>
          <a:cs typeface="Arial" panose="020B0604020202020204" pitchFamily="34" charset="0"/>
        </a:defRPr>
      </a:lvl1pPr>
      <a:lvl2pPr marL="990600" indent="-3810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700" kern="1200">
          <a:solidFill>
            <a:schemeClr val="tx1"/>
          </a:solidFill>
          <a:latin typeface="微软雅黑" panose="020B0502040204020203" pitchFamily="34" charset="-122"/>
          <a:ea typeface="微软雅黑" panose="020B0502040204020203" pitchFamily="34" charset="-122"/>
          <a:cs typeface="Arial" panose="020B0604020202020204" pitchFamily="34" charset="0"/>
        </a:defRPr>
      </a:lvl2pPr>
      <a:lvl3pPr marL="1524000" indent="-3048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微软雅黑" panose="020B0502040204020203" pitchFamily="34" charset="-122"/>
          <a:ea typeface="微软雅黑" panose="020B0502040204020203" pitchFamily="34" charset="-122"/>
          <a:cs typeface="Arial" panose="020B0604020202020204" pitchFamily="34" charset="0"/>
        </a:defRPr>
      </a:lvl3pPr>
      <a:lvl4pPr marL="2132965" indent="-3048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微软雅黑" panose="020B0502040204020203" pitchFamily="34" charset="-122"/>
          <a:ea typeface="微软雅黑" panose="020B0502040204020203" pitchFamily="34" charset="-122"/>
          <a:cs typeface="Arial" panose="020B0604020202020204" pitchFamily="34" charset="0"/>
        </a:defRPr>
      </a:lvl4pPr>
      <a:lvl5pPr marL="2742565" indent="-3048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微软雅黑" panose="020B0502040204020203" pitchFamily="34" charset="-122"/>
          <a:ea typeface="微软雅黑" panose="020B0502040204020203" pitchFamily="34" charset="-122"/>
          <a:cs typeface="Arial" panose="020B0604020202020204" pitchFamily="34" charset="0"/>
        </a:defRPr>
      </a:lvl5pPr>
      <a:lvl6pPr marL="33521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4FA57A-734A-45BE-84F9-7B1BD8AAE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559" y="1851978"/>
            <a:ext cx="9893524" cy="2233612"/>
          </a:xfrm>
        </p:spPr>
        <p:txBody>
          <a:bodyPr vert="horz" wrap="square" numCol="1" compatLnSpc="1">
            <a:prstTxWarp prst="textNoShape">
              <a:avLst/>
            </a:prstTxWarp>
            <a:normAutofit/>
          </a:bodyPr>
          <a:lstStyle/>
          <a:p>
            <a:pPr defTabSz="1217613"/>
            <a:r>
              <a:rPr lang="en-US" altLang="zh-CN" sz="6000" b="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 brief introduction of LP</a:t>
            </a:r>
            <a:br>
              <a:rPr lang="en-US" altLang="zh-CN" sz="6000" b="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altLang="zh-CN" sz="60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6F7C98F-BFB0-419E-B55A-757CDC7D5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559" y="4933950"/>
            <a:ext cx="3059149" cy="63341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Liu Tao | 2022-06-15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5821D13-4E1F-4C9A-AB20-65B7CC84E36B}"/>
              </a:ext>
            </a:extLst>
          </p:cNvPr>
          <p:cNvSpPr txBox="1"/>
          <p:nvPr/>
        </p:nvSpPr>
        <p:spPr>
          <a:xfrm>
            <a:off x="1827148" y="1549585"/>
            <a:ext cx="32991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Agenda</a:t>
            </a:r>
            <a:endParaRPr lang="zh-CN" altLang="en-US" sz="4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918641-C2EB-484E-A0EB-0EC4D9CB79CC}"/>
              </a:ext>
            </a:extLst>
          </p:cNvPr>
          <p:cNvSpPr txBox="1"/>
          <p:nvPr/>
        </p:nvSpPr>
        <p:spPr>
          <a:xfrm>
            <a:off x="1827148" y="2535165"/>
            <a:ext cx="6138174" cy="2364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500"/>
              </a:lnSpc>
              <a:buSzPct val="75000"/>
            </a:pPr>
            <a:r>
              <a:rPr lang="en-US" altLang="zh-CN" sz="32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- What is Liner Programming</a:t>
            </a:r>
          </a:p>
          <a:p>
            <a:pPr>
              <a:lnSpc>
                <a:spcPts val="4500"/>
              </a:lnSpc>
              <a:buSzPct val="75000"/>
            </a:pPr>
            <a:r>
              <a:rPr lang="en-US" altLang="zh-CN" sz="32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- History of Liner Programming</a:t>
            </a:r>
          </a:p>
          <a:p>
            <a:pPr>
              <a:lnSpc>
                <a:spcPts val="4500"/>
              </a:lnSpc>
              <a:buSzPct val="75000"/>
            </a:pPr>
            <a:r>
              <a:rPr lang="en-US" altLang="zh-CN" sz="32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- How to solve an LP problem</a:t>
            </a:r>
          </a:p>
          <a:p>
            <a:pPr>
              <a:lnSpc>
                <a:spcPts val="4500"/>
              </a:lnSpc>
              <a:buSzPct val="75000"/>
            </a:pPr>
            <a:r>
              <a:rPr lang="en-US" altLang="zh-CN" sz="32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- How to test an LP solver</a:t>
            </a:r>
            <a:endParaRPr lang="zh-CN" altLang="en-US" sz="32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62443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2223572-849D-4A7B-89FA-24F424C1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83" y="274320"/>
            <a:ext cx="3130588" cy="521208"/>
          </a:xfrm>
        </p:spPr>
        <p:txBody>
          <a:bodyPr>
            <a:noAutofit/>
          </a:bodyPr>
          <a:lstStyle/>
          <a:p>
            <a:r>
              <a:rPr lang="en-US" altLang="zh-CN" sz="3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MIP:</a:t>
            </a:r>
            <a:r>
              <a:rPr lang="zh-CN" altLang="en-US" sz="3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3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Definition</a:t>
            </a:r>
            <a:endParaRPr lang="zh-CN" altLang="en-US" sz="30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8D8AE77-C6BB-48F3-A273-DBDDFE9F2896}"/>
              </a:ext>
            </a:extLst>
          </p:cNvPr>
          <p:cNvSpPr txBox="1"/>
          <p:nvPr/>
        </p:nvSpPr>
        <p:spPr>
          <a:xfrm>
            <a:off x="548783" y="867955"/>
            <a:ext cx="9242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75000"/>
            </a:pPr>
            <a:r>
              <a:rPr lang="en-US" altLang="zh-CN" sz="2000" b="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Mixed-integer Programs are problems that can be expressed in canonical form as: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10AF378-89FB-4B3A-9B2B-5091644C75E1}"/>
                  </a:ext>
                </a:extLst>
              </p:cNvPr>
              <p:cNvSpPr txBox="1"/>
              <p:nvPr/>
            </p:nvSpPr>
            <p:spPr>
              <a:xfrm>
                <a:off x="3870036" y="1517846"/>
                <a:ext cx="4151232" cy="666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</m:fName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.  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𝐺𝑦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10AF378-89FB-4B3A-9B2B-5091644C7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036" y="1517846"/>
                <a:ext cx="4151232" cy="666080"/>
              </a:xfrm>
              <a:prstGeom prst="rect">
                <a:avLst/>
              </a:prstGeom>
              <a:blipFill>
                <a:blip r:embed="rId3"/>
                <a:stretch>
                  <a:fillRect b="-36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AE36D3CE-CEC7-4026-B732-D4EE0648412B}"/>
              </a:ext>
            </a:extLst>
          </p:cNvPr>
          <p:cNvSpPr/>
          <p:nvPr/>
        </p:nvSpPr>
        <p:spPr>
          <a:xfrm>
            <a:off x="4545572" y="1565387"/>
            <a:ext cx="623695" cy="245565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66565A1-A503-4D1B-BA96-EE5E6F036B54}"/>
              </a:ext>
            </a:extLst>
          </p:cNvPr>
          <p:cNvSpPr/>
          <p:nvPr/>
        </p:nvSpPr>
        <p:spPr>
          <a:xfrm>
            <a:off x="4545571" y="1880885"/>
            <a:ext cx="539127" cy="280840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B0E8A10-0C49-4660-8357-1985E379B69C}"/>
              </a:ext>
            </a:extLst>
          </p:cNvPr>
          <p:cNvSpPr/>
          <p:nvPr/>
        </p:nvSpPr>
        <p:spPr>
          <a:xfrm>
            <a:off x="5858805" y="1850886"/>
            <a:ext cx="732273" cy="280840"/>
          </a:xfrm>
          <a:prstGeom prst="rect">
            <a:avLst/>
          </a:prstGeom>
          <a:solidFill>
            <a:srgbClr val="445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79029AF-A6B0-4D57-9C19-9FEC344134D8}"/>
              </a:ext>
            </a:extLst>
          </p:cNvPr>
          <p:cNvSpPr txBox="1"/>
          <p:nvPr/>
        </p:nvSpPr>
        <p:spPr>
          <a:xfrm>
            <a:off x="548782" y="2469361"/>
            <a:ext cx="51771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MIP:</a:t>
            </a:r>
            <a:r>
              <a:rPr lang="zh-CN" altLang="en-US" sz="3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3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Branch-and-Bound</a:t>
            </a:r>
            <a:endParaRPr lang="zh-CN" altLang="en-US" sz="30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DFBCFA2-F452-4A56-900A-C909C57953FD}"/>
              </a:ext>
            </a:extLst>
          </p:cNvPr>
          <p:cNvGrpSpPr/>
          <p:nvPr/>
        </p:nvGrpSpPr>
        <p:grpSpPr>
          <a:xfrm>
            <a:off x="548782" y="3086100"/>
            <a:ext cx="5267949" cy="2844286"/>
            <a:chOff x="548782" y="3086100"/>
            <a:chExt cx="5703995" cy="3009536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6F9EC03-5061-4BBC-B648-CBB1B8EE1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782" y="3086100"/>
              <a:ext cx="5703995" cy="3009536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274B6914-A9D8-468E-B653-700828BD6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98098" y="5103223"/>
              <a:ext cx="172695" cy="156754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F395DB85-8947-4FC9-8178-E98B4B446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18978" y="5791200"/>
              <a:ext cx="172695" cy="156754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681F940A-AB36-44AC-9ED5-0B6BC699B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88601" y="5353216"/>
              <a:ext cx="172695" cy="156754"/>
            </a:xfrm>
            <a:prstGeom prst="rect">
              <a:avLst/>
            </a:prstGeom>
          </p:spPr>
        </p:pic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F37F6F8B-7221-4840-8DAF-F03C548480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309" y="2915671"/>
            <a:ext cx="5389325" cy="32838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E7E1F1B-DC6A-4EB6-B765-8B5A5FF3E87A}"/>
                  </a:ext>
                </a:extLst>
              </p:cNvPr>
              <p:cNvSpPr txBox="1"/>
              <p:nvPr/>
            </p:nvSpPr>
            <p:spPr>
              <a:xfrm>
                <a:off x="9116252" y="2792560"/>
                <a:ext cx="75715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=3.5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E7E1F1B-DC6A-4EB6-B765-8B5A5FF3E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6252" y="2792560"/>
                <a:ext cx="757155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83D6AB28-1923-4DBE-BBF4-E179E0979C81}"/>
                  </a:ext>
                </a:extLst>
              </p:cNvPr>
              <p:cNvSpPr txBox="1"/>
              <p:nvPr/>
            </p:nvSpPr>
            <p:spPr>
              <a:xfrm>
                <a:off x="8931446" y="3487303"/>
                <a:ext cx="75715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83D6AB28-1923-4DBE-BBF4-E179E0979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1446" y="3487303"/>
                <a:ext cx="757155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ED884C25-746B-4297-80EC-5366801CF3FE}"/>
                  </a:ext>
                </a:extLst>
              </p:cNvPr>
              <p:cNvSpPr txBox="1"/>
              <p:nvPr/>
            </p:nvSpPr>
            <p:spPr>
              <a:xfrm>
                <a:off x="9494829" y="3487302"/>
                <a:ext cx="75715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ED884C25-746B-4297-80EC-5366801CF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4829" y="3487302"/>
                <a:ext cx="757155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AB692D37-4C12-41E0-8A30-CBD18285C12B}"/>
                  </a:ext>
                </a:extLst>
              </p:cNvPr>
              <p:cNvSpPr txBox="1"/>
              <p:nvPr/>
            </p:nvSpPr>
            <p:spPr>
              <a:xfrm>
                <a:off x="9697191" y="3647415"/>
                <a:ext cx="75715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=1.7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AB692D37-4C12-41E0-8A30-CBD18285C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7191" y="3647415"/>
                <a:ext cx="757155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FE0470FA-8499-4913-9F4A-2DC0D7B133E2}"/>
                  </a:ext>
                </a:extLst>
              </p:cNvPr>
              <p:cNvSpPr txBox="1"/>
              <p:nvPr/>
            </p:nvSpPr>
            <p:spPr>
              <a:xfrm>
                <a:off x="9413122" y="4286277"/>
                <a:ext cx="75715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altLang="zh-CN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FE0470FA-8499-4913-9F4A-2DC0D7B13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3122" y="4286277"/>
                <a:ext cx="757155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11FBBBC-B629-4673-96AC-AE4194C8E17E}"/>
                  </a:ext>
                </a:extLst>
              </p:cNvPr>
              <p:cNvSpPr txBox="1"/>
              <p:nvPr/>
            </p:nvSpPr>
            <p:spPr>
              <a:xfrm>
                <a:off x="10349294" y="4275292"/>
                <a:ext cx="75715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altLang="zh-CN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511FBBBC-B629-4673-96AC-AE4194C8E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9294" y="4275292"/>
                <a:ext cx="757155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椭圆 32">
            <a:extLst>
              <a:ext uri="{FF2B5EF4-FFF2-40B4-BE49-F238E27FC236}">
                <a16:creationId xmlns:a16="http://schemas.microsoft.com/office/drawing/2014/main" id="{55B3440E-047E-43C8-8402-25C0668F4D5B}"/>
              </a:ext>
            </a:extLst>
          </p:cNvPr>
          <p:cNvSpPr/>
          <p:nvPr/>
        </p:nvSpPr>
        <p:spPr>
          <a:xfrm>
            <a:off x="8015982" y="3854935"/>
            <a:ext cx="417946" cy="417946"/>
          </a:xfrm>
          <a:prstGeom prst="ellipse">
            <a:avLst/>
          </a:prstGeom>
          <a:solidFill>
            <a:srgbClr val="BD392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F4539EA6-6331-4C3F-B5CF-0503DFAB08A8}"/>
              </a:ext>
            </a:extLst>
          </p:cNvPr>
          <p:cNvSpPr/>
          <p:nvPr/>
        </p:nvSpPr>
        <p:spPr>
          <a:xfrm>
            <a:off x="8907279" y="2960358"/>
            <a:ext cx="417946" cy="417946"/>
          </a:xfrm>
          <a:prstGeom prst="ellipse">
            <a:avLst/>
          </a:prstGeom>
          <a:solidFill>
            <a:srgbClr val="F29B2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6045E6A7-FD61-4044-B570-5979BB512E60}"/>
              </a:ext>
            </a:extLst>
          </p:cNvPr>
          <p:cNvSpPr/>
          <p:nvPr/>
        </p:nvSpPr>
        <p:spPr>
          <a:xfrm>
            <a:off x="8906568" y="3853692"/>
            <a:ext cx="417946" cy="417946"/>
          </a:xfrm>
          <a:prstGeom prst="ellipse">
            <a:avLst/>
          </a:prstGeom>
          <a:solidFill>
            <a:srgbClr val="F29B2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324E31E7-BD33-4C5A-B0B0-8D3045F57741}"/>
              </a:ext>
            </a:extLst>
          </p:cNvPr>
          <p:cNvSpPr/>
          <p:nvPr/>
        </p:nvSpPr>
        <p:spPr>
          <a:xfrm>
            <a:off x="9803544" y="3854170"/>
            <a:ext cx="417946" cy="417946"/>
          </a:xfrm>
          <a:prstGeom prst="ellipse">
            <a:avLst/>
          </a:prstGeom>
          <a:solidFill>
            <a:srgbClr val="F29B2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0B9E7D7-D64B-4BCF-BEE7-C6A21F2411D9}"/>
                  </a:ext>
                </a:extLst>
              </p:cNvPr>
              <p:cNvSpPr txBox="1"/>
              <p:nvPr/>
            </p:nvSpPr>
            <p:spPr>
              <a:xfrm>
                <a:off x="9800774" y="3930110"/>
                <a:ext cx="42945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zh-CN" altLang="en-US" b="1" i="1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0B9E7D7-D64B-4BCF-BEE7-C6A21F241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0774" y="3930110"/>
                <a:ext cx="429450" cy="2616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9480700-5DFE-467A-98B7-7EB56045CA05}"/>
                  </a:ext>
                </a:extLst>
              </p:cNvPr>
              <p:cNvSpPr txBox="1"/>
              <p:nvPr/>
            </p:nvSpPr>
            <p:spPr>
              <a:xfrm>
                <a:off x="8970115" y="3005060"/>
                <a:ext cx="2369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𝑅</m:t>
                      </m:r>
                    </m:oMath>
                  </m:oMathPara>
                </a14:m>
                <a:endPara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9480700-5DFE-467A-98B7-7EB56045C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0115" y="3005060"/>
                <a:ext cx="236983" cy="307777"/>
              </a:xfrm>
              <a:prstGeom prst="rect">
                <a:avLst/>
              </a:prstGeom>
              <a:blipFill>
                <a:blip r:embed="rId14"/>
                <a:stretch>
                  <a:fillRect r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椭圆 71">
            <a:extLst>
              <a:ext uri="{FF2B5EF4-FFF2-40B4-BE49-F238E27FC236}">
                <a16:creationId xmlns:a16="http://schemas.microsoft.com/office/drawing/2014/main" id="{40711D00-3AE1-4331-AA64-DDE02E6DAED0}"/>
              </a:ext>
            </a:extLst>
          </p:cNvPr>
          <p:cNvSpPr/>
          <p:nvPr/>
        </p:nvSpPr>
        <p:spPr>
          <a:xfrm>
            <a:off x="8017796" y="4749949"/>
            <a:ext cx="417946" cy="417946"/>
          </a:xfrm>
          <a:prstGeom prst="ellipse">
            <a:avLst/>
          </a:prstGeom>
          <a:solidFill>
            <a:srgbClr val="F29B2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ADAE36D7-6167-4F97-80E8-2912F2C9B25D}"/>
                  </a:ext>
                </a:extLst>
              </p:cNvPr>
              <p:cNvSpPr txBox="1"/>
              <p:nvPr/>
            </p:nvSpPr>
            <p:spPr>
              <a:xfrm>
                <a:off x="8073858" y="4804928"/>
                <a:ext cx="2369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𝑄</m:t>
                      </m:r>
                    </m:oMath>
                  </m:oMathPara>
                </a14:m>
                <a:endPara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ADAE36D7-6167-4F97-80E8-2912F2C9B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858" y="4804928"/>
                <a:ext cx="236983" cy="307777"/>
              </a:xfrm>
              <a:prstGeom prst="rect">
                <a:avLst/>
              </a:prstGeom>
              <a:blipFill>
                <a:blip r:embed="rId15"/>
                <a:stretch>
                  <a:fillRect r="-23077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椭圆 73">
            <a:extLst>
              <a:ext uri="{FF2B5EF4-FFF2-40B4-BE49-F238E27FC236}">
                <a16:creationId xmlns:a16="http://schemas.microsoft.com/office/drawing/2014/main" id="{06191F2D-16C5-43FC-9BE1-89785E85C021}"/>
              </a:ext>
            </a:extLst>
          </p:cNvPr>
          <p:cNvSpPr/>
          <p:nvPr/>
        </p:nvSpPr>
        <p:spPr>
          <a:xfrm>
            <a:off x="10469646" y="4749843"/>
            <a:ext cx="417946" cy="417946"/>
          </a:xfrm>
          <a:prstGeom prst="ellipse">
            <a:avLst/>
          </a:prstGeom>
          <a:solidFill>
            <a:srgbClr val="1EA1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9F5E2861-FBB5-4CA4-A9EC-7598373D45EA}"/>
                  </a:ext>
                </a:extLst>
              </p:cNvPr>
              <p:cNvSpPr txBox="1"/>
              <p:nvPr/>
            </p:nvSpPr>
            <p:spPr>
              <a:xfrm>
                <a:off x="10463931" y="4804928"/>
                <a:ext cx="42945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𝟏𝟎𝟓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9F5E2861-FBB5-4CA4-A9EC-7598373D4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3931" y="4804928"/>
                <a:ext cx="429450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0691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2223572-849D-4A7B-89FA-24F424C1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83" y="274320"/>
            <a:ext cx="7881668" cy="521208"/>
          </a:xfrm>
        </p:spPr>
        <p:txBody>
          <a:bodyPr>
            <a:noAutofit/>
          </a:bodyPr>
          <a:lstStyle/>
          <a:p>
            <a:r>
              <a:rPr lang="en-US" altLang="zh-CN" sz="3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What is Liner Programming </a:t>
            </a:r>
            <a:endParaRPr lang="zh-CN" altLang="en-US" sz="30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0CFEC7B-3170-47C9-8A1C-10BE116904C1}"/>
              </a:ext>
            </a:extLst>
          </p:cNvPr>
          <p:cNvSpPr txBox="1"/>
          <p:nvPr/>
        </p:nvSpPr>
        <p:spPr>
          <a:xfrm>
            <a:off x="548783" y="1036348"/>
            <a:ext cx="105371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75000"/>
            </a:pPr>
            <a:r>
              <a:rPr lang="en-US" altLang="zh-CN" sz="2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Optimize a </a:t>
            </a:r>
            <a:r>
              <a:rPr lang="en-US" altLang="zh-CN" sz="20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liner objective </a:t>
            </a:r>
            <a:r>
              <a:rPr lang="en-US" altLang="zh-CN" sz="2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function of decision variables subject to a set of </a:t>
            </a:r>
            <a:r>
              <a:rPr lang="en-US" altLang="zh-CN" sz="2000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liner constraints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B66C4D2-78AD-4495-9B72-39A0513A46E8}"/>
              </a:ext>
            </a:extLst>
          </p:cNvPr>
          <p:cNvSpPr txBox="1"/>
          <p:nvPr/>
        </p:nvSpPr>
        <p:spPr>
          <a:xfrm>
            <a:off x="1017071" y="1759850"/>
            <a:ext cx="15997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75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Example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4EF85C8-0BC4-4556-8102-A756598CF2C3}"/>
                  </a:ext>
                </a:extLst>
              </p:cNvPr>
              <p:cNvSpPr txBox="1"/>
              <p:nvPr/>
            </p:nvSpPr>
            <p:spPr>
              <a:xfrm>
                <a:off x="1277872" y="2578195"/>
                <a:ext cx="2941662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Minimize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𝑠𝑢𝑏𝑗𝑒𝑐𝑡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US" altLang="zh-CN" b="0" dirty="0"/>
              </a:p>
              <a:p>
                <a:pPr>
                  <a:lnSpc>
                    <a:spcPct val="200000"/>
                  </a:lnSpc>
                </a:pP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                   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endParaRPr lang="en-US" altLang="zh-CN" b="0" dirty="0"/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                  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altLang="zh-CN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4EF85C8-0BC4-4556-8102-A756598CF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872" y="2578195"/>
                <a:ext cx="2941662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DC4811A1-DF2B-4AA4-AF05-D8D77D9270A1}"/>
              </a:ext>
            </a:extLst>
          </p:cNvPr>
          <p:cNvSpPr txBox="1"/>
          <p:nvPr/>
        </p:nvSpPr>
        <p:spPr>
          <a:xfrm>
            <a:off x="4984913" y="1759850"/>
            <a:ext cx="42282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75000"/>
              <a:buFont typeface="Wingdings" panose="05000000000000000000" pitchFamily="2" charset="2"/>
              <a:buChar char="l"/>
            </a:pPr>
            <a:r>
              <a:rPr lang="en-US" altLang="zh-CN" sz="2000" b="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Graphic representation</a:t>
            </a:r>
            <a:endParaRPr lang="zh-CN" altLang="en-US" sz="2000" dirty="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A32F87F-6A12-4242-A535-A2BD6172D487}"/>
              </a:ext>
            </a:extLst>
          </p:cNvPr>
          <p:cNvCxnSpPr>
            <a:cxnSpLocks/>
          </p:cNvCxnSpPr>
          <p:nvPr/>
        </p:nvCxnSpPr>
        <p:spPr>
          <a:xfrm flipV="1">
            <a:off x="5608439" y="4818000"/>
            <a:ext cx="3414465" cy="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7739FFE3-B72A-40C2-BE41-6C9BE752168C}"/>
              </a:ext>
            </a:extLst>
          </p:cNvPr>
          <p:cNvCxnSpPr>
            <a:cxnSpLocks/>
          </p:cNvCxnSpPr>
          <p:nvPr/>
        </p:nvCxnSpPr>
        <p:spPr>
          <a:xfrm flipV="1">
            <a:off x="5988999" y="2228079"/>
            <a:ext cx="0" cy="299162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D38864D9-4D14-4011-95EA-2779A546B185}"/>
              </a:ext>
            </a:extLst>
          </p:cNvPr>
          <p:cNvSpPr/>
          <p:nvPr/>
        </p:nvSpPr>
        <p:spPr>
          <a:xfrm>
            <a:off x="7542951" y="4775713"/>
            <a:ext cx="84569" cy="845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56E737D-AF97-4283-98FB-5A6C7270C47C}"/>
              </a:ext>
            </a:extLst>
          </p:cNvPr>
          <p:cNvSpPr/>
          <p:nvPr/>
        </p:nvSpPr>
        <p:spPr>
          <a:xfrm>
            <a:off x="5946714" y="3321306"/>
            <a:ext cx="84569" cy="845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16576B0-ED65-4592-A9C6-499103D0CB8A}"/>
              </a:ext>
            </a:extLst>
          </p:cNvPr>
          <p:cNvCxnSpPr>
            <a:cxnSpLocks/>
          </p:cNvCxnSpPr>
          <p:nvPr/>
        </p:nvCxnSpPr>
        <p:spPr>
          <a:xfrm>
            <a:off x="5684157" y="3075214"/>
            <a:ext cx="2194424" cy="199696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44AB34BD-525D-4B30-A4F5-C709F75A5E9A}"/>
              </a:ext>
            </a:extLst>
          </p:cNvPr>
          <p:cNvSpPr/>
          <p:nvPr/>
        </p:nvSpPr>
        <p:spPr>
          <a:xfrm>
            <a:off x="5946713" y="2543620"/>
            <a:ext cx="84569" cy="845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65FA990A-9072-4797-8D6B-0DE064D3270D}"/>
              </a:ext>
            </a:extLst>
          </p:cNvPr>
          <p:cNvSpPr/>
          <p:nvPr/>
        </p:nvSpPr>
        <p:spPr>
          <a:xfrm>
            <a:off x="7119224" y="4775713"/>
            <a:ext cx="84569" cy="845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9391E5E-0468-4419-8271-10C37466769E}"/>
              </a:ext>
            </a:extLst>
          </p:cNvPr>
          <p:cNvCxnSpPr>
            <a:cxnSpLocks/>
          </p:cNvCxnSpPr>
          <p:nvPr/>
        </p:nvCxnSpPr>
        <p:spPr>
          <a:xfrm>
            <a:off x="5793433" y="2276242"/>
            <a:ext cx="1543382" cy="284548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E8DA4063-5D17-4493-A968-194326AC5B48}"/>
              </a:ext>
            </a:extLst>
          </p:cNvPr>
          <p:cNvCxnSpPr>
            <a:cxnSpLocks/>
          </p:cNvCxnSpPr>
          <p:nvPr/>
        </p:nvCxnSpPr>
        <p:spPr>
          <a:xfrm flipV="1">
            <a:off x="5988997" y="3581610"/>
            <a:ext cx="246659" cy="1306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69BEAA47-F9DD-4BB8-B61C-A8F42FDE4906}"/>
              </a:ext>
            </a:extLst>
          </p:cNvPr>
          <p:cNvCxnSpPr>
            <a:cxnSpLocks/>
          </p:cNvCxnSpPr>
          <p:nvPr/>
        </p:nvCxnSpPr>
        <p:spPr>
          <a:xfrm flipV="1">
            <a:off x="5987236" y="3725955"/>
            <a:ext cx="421083" cy="2257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26861567-F0BB-4B03-BB8B-6D5ECC5BFF35}"/>
              </a:ext>
            </a:extLst>
          </p:cNvPr>
          <p:cNvCxnSpPr>
            <a:cxnSpLocks/>
          </p:cNvCxnSpPr>
          <p:nvPr/>
        </p:nvCxnSpPr>
        <p:spPr>
          <a:xfrm flipV="1">
            <a:off x="6004832" y="3877815"/>
            <a:ext cx="555887" cy="313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5972B0A-D7A7-436C-B8B8-DC6FA6C773DF}"/>
              </a:ext>
            </a:extLst>
          </p:cNvPr>
          <p:cNvCxnSpPr>
            <a:cxnSpLocks/>
          </p:cNvCxnSpPr>
          <p:nvPr/>
        </p:nvCxnSpPr>
        <p:spPr>
          <a:xfrm flipV="1">
            <a:off x="5987236" y="4030215"/>
            <a:ext cx="734690" cy="4079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7B89716-94F3-4080-9F09-0ACD812B7170}"/>
              </a:ext>
            </a:extLst>
          </p:cNvPr>
          <p:cNvCxnSpPr>
            <a:cxnSpLocks/>
          </p:cNvCxnSpPr>
          <p:nvPr/>
        </p:nvCxnSpPr>
        <p:spPr>
          <a:xfrm flipV="1">
            <a:off x="5987236" y="4191210"/>
            <a:ext cx="845688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CDD30DF2-46C4-4479-9BAF-BB1B096CB73F}"/>
              </a:ext>
            </a:extLst>
          </p:cNvPr>
          <p:cNvCxnSpPr>
            <a:cxnSpLocks/>
          </p:cNvCxnSpPr>
          <p:nvPr/>
        </p:nvCxnSpPr>
        <p:spPr>
          <a:xfrm flipV="1">
            <a:off x="6059473" y="4374377"/>
            <a:ext cx="866829" cy="4436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B2258D8A-74D7-4AD0-90B4-88A566032229}"/>
              </a:ext>
            </a:extLst>
          </p:cNvPr>
          <p:cNvCxnSpPr>
            <a:cxnSpLocks/>
          </p:cNvCxnSpPr>
          <p:nvPr/>
        </p:nvCxnSpPr>
        <p:spPr>
          <a:xfrm flipV="1">
            <a:off x="6523264" y="4560035"/>
            <a:ext cx="497737" cy="2493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70A2E427-908B-4B04-8E90-BE99EBEBF5F7}"/>
              </a:ext>
            </a:extLst>
          </p:cNvPr>
          <p:cNvCxnSpPr>
            <a:cxnSpLocks/>
          </p:cNvCxnSpPr>
          <p:nvPr/>
        </p:nvCxnSpPr>
        <p:spPr>
          <a:xfrm flipV="1">
            <a:off x="6987966" y="4748370"/>
            <a:ext cx="131258" cy="670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74D4D2CE-DBE2-46F2-A028-79D7DE349FA1}"/>
                  </a:ext>
                </a:extLst>
              </p:cNvPr>
              <p:cNvSpPr txBox="1"/>
              <p:nvPr/>
            </p:nvSpPr>
            <p:spPr>
              <a:xfrm>
                <a:off x="7379100" y="5070851"/>
                <a:ext cx="161737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0" dirty="0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74D4D2CE-DBE2-46F2-A028-79D7DE349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100" y="5070851"/>
                <a:ext cx="161737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3348E14B-31AB-4535-A0FE-32A1FBEABB60}"/>
                  </a:ext>
                </a:extLst>
              </p:cNvPr>
              <p:cNvSpPr txBox="1"/>
              <p:nvPr/>
            </p:nvSpPr>
            <p:spPr>
              <a:xfrm>
                <a:off x="5958376" y="2073387"/>
                <a:ext cx="44994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3348E14B-31AB-4535-A0FE-32A1FBEAB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376" y="2073387"/>
                <a:ext cx="44994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55BA3FF7-9617-4876-8A66-917FF95E2480}"/>
                  </a:ext>
                </a:extLst>
              </p:cNvPr>
              <p:cNvSpPr txBox="1"/>
              <p:nvPr/>
            </p:nvSpPr>
            <p:spPr>
              <a:xfrm>
                <a:off x="8632588" y="4457265"/>
                <a:ext cx="44994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55BA3FF7-9617-4876-8A66-917FF95E2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2588" y="4457265"/>
                <a:ext cx="449943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D69CD34A-58A1-41AC-8FBE-125F2C91F409}"/>
                  </a:ext>
                </a:extLst>
              </p:cNvPr>
              <p:cNvSpPr txBox="1"/>
              <p:nvPr/>
            </p:nvSpPr>
            <p:spPr>
              <a:xfrm>
                <a:off x="6345773" y="5072181"/>
                <a:ext cx="153280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 2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zh-CN" altLang="en-US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D69CD34A-58A1-41AC-8FBE-125F2C91F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773" y="5072181"/>
                <a:ext cx="1532808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A2C78013-2BFD-4839-A903-2B5791D80E72}"/>
                  </a:ext>
                </a:extLst>
              </p:cNvPr>
              <p:cNvSpPr txBox="1"/>
              <p:nvPr/>
            </p:nvSpPr>
            <p:spPr>
              <a:xfrm>
                <a:off x="7903702" y="3933961"/>
                <a:ext cx="153280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i="1" dirty="0">
                    <a:latin typeface="Cambria Math" panose="02040503050406030204" pitchFamily="18" charset="0"/>
                  </a:rPr>
                  <a:t>=30</a:t>
                </a:r>
                <a:endParaRPr lang="zh-CN" altLang="en-US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A2C78013-2BFD-4839-A903-2B5791D80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702" y="3933961"/>
                <a:ext cx="1532808" cy="338554"/>
              </a:xfrm>
              <a:prstGeom prst="rect">
                <a:avLst/>
              </a:prstGeom>
              <a:blipFill>
                <a:blip r:embed="rId8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D1FF4AE0-86A1-49BB-9452-2475FE89EFD2}"/>
              </a:ext>
            </a:extLst>
          </p:cNvPr>
          <p:cNvCxnSpPr>
            <a:cxnSpLocks/>
          </p:cNvCxnSpPr>
          <p:nvPr/>
        </p:nvCxnSpPr>
        <p:spPr>
          <a:xfrm flipH="1">
            <a:off x="5608439" y="2575242"/>
            <a:ext cx="2365283" cy="964019"/>
          </a:xfrm>
          <a:prstGeom prst="line">
            <a:avLst/>
          </a:prstGeom>
          <a:ln w="19050">
            <a:solidFill>
              <a:srgbClr val="1EA185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A9E40078-3B51-403A-A373-F57C570E7B67}"/>
              </a:ext>
            </a:extLst>
          </p:cNvPr>
          <p:cNvCxnSpPr>
            <a:cxnSpLocks/>
          </p:cNvCxnSpPr>
          <p:nvPr/>
        </p:nvCxnSpPr>
        <p:spPr>
          <a:xfrm flipH="1">
            <a:off x="5748944" y="4259197"/>
            <a:ext cx="2759435" cy="1115382"/>
          </a:xfrm>
          <a:prstGeom prst="line">
            <a:avLst/>
          </a:prstGeom>
          <a:ln w="19050">
            <a:solidFill>
              <a:srgbClr val="1EA185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44E7D4B7-C605-4453-A79E-903654640C32}"/>
                  </a:ext>
                </a:extLst>
              </p:cNvPr>
              <p:cNvSpPr txBox="1"/>
              <p:nvPr/>
            </p:nvSpPr>
            <p:spPr>
              <a:xfrm>
                <a:off x="7903702" y="2612392"/>
                <a:ext cx="153280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i="1" dirty="0">
                    <a:latin typeface="Cambria Math" panose="02040503050406030204" pitchFamily="18" charset="0"/>
                  </a:rPr>
                  <a:t>= -80</a:t>
                </a:r>
                <a:endParaRPr lang="zh-CN" altLang="en-US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44E7D4B7-C605-4453-A79E-903654640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702" y="2612392"/>
                <a:ext cx="1532808" cy="338554"/>
              </a:xfrm>
              <a:prstGeom prst="rect">
                <a:avLst/>
              </a:prstGeom>
              <a:blipFill>
                <a:blip r:embed="rId9"/>
                <a:stretch>
                  <a:fillRect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265377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2223572-849D-4A7B-89FA-24F424C1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83" y="274320"/>
            <a:ext cx="5418602" cy="521208"/>
          </a:xfrm>
        </p:spPr>
        <p:txBody>
          <a:bodyPr>
            <a:noAutofit/>
          </a:bodyPr>
          <a:lstStyle/>
          <a:p>
            <a:r>
              <a:rPr lang="en-US" altLang="zh-CN" sz="3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History of Liner Programming </a:t>
            </a:r>
            <a:endParaRPr lang="zh-CN" altLang="en-US" sz="30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0607DA-FB5F-479C-93F9-6D490F3D3A8E}"/>
              </a:ext>
            </a:extLst>
          </p:cNvPr>
          <p:cNvSpPr txBox="1"/>
          <p:nvPr/>
        </p:nvSpPr>
        <p:spPr>
          <a:xfrm>
            <a:off x="1385915" y="1071609"/>
            <a:ext cx="9420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85000"/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Conceived by 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G.B.Dantzig(1947): </a:t>
            </a:r>
          </a:p>
          <a:p>
            <a:pPr>
              <a:buSzPct val="85000"/>
            </a:pP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     - mechanized planning tool for a development. training, and logistical supply program in USAF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3704264-AD40-4775-9630-2BAEFE4A939F}"/>
              </a:ext>
            </a:extLst>
          </p:cNvPr>
          <p:cNvSpPr txBox="1"/>
          <p:nvPr/>
        </p:nvSpPr>
        <p:spPr>
          <a:xfrm>
            <a:off x="1385915" y="1935527"/>
            <a:ext cx="9420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SzPct val="85000"/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Named by </a:t>
            </a:r>
            <a:r>
              <a:rPr lang="en-US" altLang="zh-CN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T.C.Koopmans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&amp; G.B.Dantzig(1948): </a:t>
            </a:r>
          </a:p>
          <a:p>
            <a:pPr algn="l">
              <a:buSzPct val="85000"/>
            </a:pP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     - programming in lines structure(optimization with liner structure)-&gt;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Liner Programming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0162BF8-C64C-4DC8-A290-8AD8EF1903EE}"/>
              </a:ext>
            </a:extLst>
          </p:cNvPr>
          <p:cNvSpPr txBox="1"/>
          <p:nvPr/>
        </p:nvSpPr>
        <p:spPr>
          <a:xfrm>
            <a:off x="1385915" y="2799445"/>
            <a:ext cx="9420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SzPct val="85000"/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Simplex Method 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proposed by G.B.Dantzig(</a:t>
            </a:r>
            <a:r>
              <a:rPr lang="en-US" altLang="zh-CN" b="1" dirty="0">
                <a:solidFill>
                  <a:srgbClr val="1EA185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1948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): </a:t>
            </a:r>
          </a:p>
          <a:p>
            <a:pPr algn="l"/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    - </a:t>
            </a:r>
            <a:r>
              <a:rPr lang="en-US" altLang="zh-CN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L.V.Kantorovich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worked on a </a:t>
            </a:r>
            <a:r>
              <a:rPr lang="en-US" altLang="zh-CN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rsetricted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dirty="0" err="1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classe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in 1939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A424D0-14B5-4DE3-9D75-C2A9F7577F0F}"/>
              </a:ext>
            </a:extLst>
          </p:cNvPr>
          <p:cNvSpPr txBox="1"/>
          <p:nvPr/>
        </p:nvSpPr>
        <p:spPr>
          <a:xfrm>
            <a:off x="1385915" y="3607730"/>
            <a:ext cx="9420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SzPct val="85000"/>
              <a:buFont typeface="Wingdings" panose="05000000000000000000" pitchFamily="2" charset="2"/>
              <a:buChar char="Ø"/>
            </a:pP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Kantorovich &amp; Koopmans received the 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Noble Prize 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in Economic Science(1975): </a:t>
            </a:r>
          </a:p>
          <a:p>
            <a:pPr algn="l"/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    - Theory of optimum allocation of resources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F950D26-3ABE-4FAA-B0AE-9BBF5FFCB62E}"/>
              </a:ext>
            </a:extLst>
          </p:cNvPr>
          <p:cNvSpPr txBox="1"/>
          <p:nvPr/>
        </p:nvSpPr>
        <p:spPr>
          <a:xfrm>
            <a:off x="1385915" y="4465886"/>
            <a:ext cx="9420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SzPct val="85000"/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333333"/>
                </a:solidFill>
                <a:latin typeface="-apple-system"/>
              </a:rPr>
              <a:t>Ellipsoid Method </a:t>
            </a:r>
            <a:r>
              <a:rPr lang="en-US" altLang="zh-CN" dirty="0">
                <a:solidFill>
                  <a:srgbClr val="333333"/>
                </a:solidFill>
                <a:latin typeface="-apple-system"/>
              </a:rPr>
              <a:t>proposed by </a:t>
            </a:r>
            <a:r>
              <a:rPr lang="en-US" altLang="zh-CN" dirty="0" err="1">
                <a:solidFill>
                  <a:srgbClr val="333333"/>
                </a:solidFill>
                <a:latin typeface="-apple-system"/>
              </a:rPr>
              <a:t>L.G.Khachian</a:t>
            </a:r>
            <a:r>
              <a:rPr lang="en-US" altLang="zh-CN" dirty="0">
                <a:solidFill>
                  <a:srgbClr val="333333"/>
                </a:solidFill>
                <a:latin typeface="-apple-system"/>
              </a:rPr>
              <a:t>(</a:t>
            </a:r>
            <a:r>
              <a:rPr lang="en-US" altLang="zh-CN" b="1" dirty="0">
                <a:solidFill>
                  <a:srgbClr val="1EA185"/>
                </a:solidFill>
                <a:latin typeface="-apple-system"/>
              </a:rPr>
              <a:t>1979</a:t>
            </a:r>
            <a:r>
              <a:rPr lang="en-US" altLang="zh-CN" dirty="0">
                <a:solidFill>
                  <a:srgbClr val="333333"/>
                </a:solidFill>
                <a:latin typeface="-apple-system"/>
              </a:rPr>
              <a:t>): </a:t>
            </a:r>
          </a:p>
          <a:p>
            <a:pPr algn="l"/>
            <a:r>
              <a:rPr lang="en-US" altLang="zh-CN" dirty="0">
                <a:solidFill>
                  <a:srgbClr val="333333"/>
                </a:solidFill>
                <a:latin typeface="-apple-system"/>
              </a:rPr>
              <a:t>     - First polynomial-time algorithm for LP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6C0AAB5-79F5-46F6-B439-42068716CECE}"/>
              </a:ext>
            </a:extLst>
          </p:cNvPr>
          <p:cNvSpPr txBox="1"/>
          <p:nvPr/>
        </p:nvSpPr>
        <p:spPr>
          <a:xfrm>
            <a:off x="1385915" y="5268409"/>
            <a:ext cx="9420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SzPct val="85000"/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333333"/>
                </a:solidFill>
                <a:latin typeface="-apple-system"/>
              </a:rPr>
              <a:t>Interior-Point Method </a:t>
            </a:r>
            <a:r>
              <a:rPr lang="en-US" altLang="zh-CN" dirty="0">
                <a:solidFill>
                  <a:srgbClr val="333333"/>
                </a:solidFill>
                <a:latin typeface="-apple-system"/>
              </a:rPr>
              <a:t>proposed by </a:t>
            </a:r>
            <a:r>
              <a:rPr lang="en-US" altLang="zh-CN" dirty="0" err="1">
                <a:solidFill>
                  <a:srgbClr val="333333"/>
                </a:solidFill>
                <a:latin typeface="-apple-system"/>
              </a:rPr>
              <a:t>N.Karmarkar</a:t>
            </a:r>
            <a:r>
              <a:rPr lang="en-US" altLang="zh-CN" dirty="0">
                <a:solidFill>
                  <a:srgbClr val="333333"/>
                </a:solidFill>
                <a:latin typeface="-apple-system"/>
              </a:rPr>
              <a:t>(</a:t>
            </a:r>
            <a:r>
              <a:rPr lang="en-US" altLang="zh-CN" b="1" dirty="0">
                <a:solidFill>
                  <a:srgbClr val="1EA185"/>
                </a:solidFill>
                <a:latin typeface="-apple-system"/>
              </a:rPr>
              <a:t>1984</a:t>
            </a:r>
            <a:r>
              <a:rPr lang="en-US" altLang="zh-CN" dirty="0">
                <a:solidFill>
                  <a:srgbClr val="333333"/>
                </a:solidFill>
                <a:latin typeface="-apple-system"/>
              </a:rPr>
              <a:t>): </a:t>
            </a:r>
          </a:p>
          <a:p>
            <a:pPr algn="l"/>
            <a:r>
              <a:rPr lang="en-US" altLang="zh-CN" dirty="0">
                <a:solidFill>
                  <a:srgbClr val="333333"/>
                </a:solidFill>
                <a:latin typeface="-apple-system"/>
              </a:rPr>
              <a:t>     - First "good" polynomial-time algorithm for LP</a:t>
            </a:r>
          </a:p>
        </p:txBody>
      </p:sp>
    </p:spTree>
    <p:extLst>
      <p:ext uri="{BB962C8B-B14F-4D97-AF65-F5344CB8AC3E}">
        <p14:creationId xmlns:p14="http://schemas.microsoft.com/office/powerpoint/2010/main" val="137684056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2223572-849D-4A7B-89FA-24F424C1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83" y="274320"/>
            <a:ext cx="5418602" cy="521208"/>
          </a:xfrm>
        </p:spPr>
        <p:txBody>
          <a:bodyPr>
            <a:noAutofit/>
          </a:bodyPr>
          <a:lstStyle/>
          <a:p>
            <a:r>
              <a:rPr lang="en-US" altLang="zh-CN" sz="3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How to solve an LP problem</a:t>
            </a:r>
            <a:endParaRPr lang="zh-CN" altLang="en-US" sz="30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232D5C5-8FAA-4642-9317-85C034A0D658}"/>
              </a:ext>
            </a:extLst>
          </p:cNvPr>
          <p:cNvCxnSpPr>
            <a:cxnSpLocks/>
          </p:cNvCxnSpPr>
          <p:nvPr/>
        </p:nvCxnSpPr>
        <p:spPr>
          <a:xfrm flipV="1">
            <a:off x="6196426" y="4248766"/>
            <a:ext cx="3414465" cy="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D123CEF-F229-4510-AE17-90C4046BFB6F}"/>
              </a:ext>
            </a:extLst>
          </p:cNvPr>
          <p:cNvCxnSpPr>
            <a:cxnSpLocks/>
          </p:cNvCxnSpPr>
          <p:nvPr/>
        </p:nvCxnSpPr>
        <p:spPr>
          <a:xfrm flipV="1">
            <a:off x="6576986" y="1658845"/>
            <a:ext cx="0" cy="299162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1A35AAB8-B0C6-4110-B9A8-DDCD402F4C36}"/>
              </a:ext>
            </a:extLst>
          </p:cNvPr>
          <p:cNvSpPr/>
          <p:nvPr/>
        </p:nvSpPr>
        <p:spPr>
          <a:xfrm>
            <a:off x="8130938" y="4206479"/>
            <a:ext cx="84569" cy="845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D447FC1-1141-4005-BB3F-2851D78D41BD}"/>
              </a:ext>
            </a:extLst>
          </p:cNvPr>
          <p:cNvSpPr/>
          <p:nvPr/>
        </p:nvSpPr>
        <p:spPr>
          <a:xfrm>
            <a:off x="6534701" y="2752072"/>
            <a:ext cx="84569" cy="845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F62CC9E-861D-4E86-8183-3C1D04AC3035}"/>
              </a:ext>
            </a:extLst>
          </p:cNvPr>
          <p:cNvCxnSpPr>
            <a:cxnSpLocks/>
          </p:cNvCxnSpPr>
          <p:nvPr/>
        </p:nvCxnSpPr>
        <p:spPr>
          <a:xfrm>
            <a:off x="6272144" y="2505980"/>
            <a:ext cx="2194424" cy="199696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6593A921-E558-4439-9BD8-3800EA046944}"/>
              </a:ext>
            </a:extLst>
          </p:cNvPr>
          <p:cNvSpPr/>
          <p:nvPr/>
        </p:nvSpPr>
        <p:spPr>
          <a:xfrm>
            <a:off x="6534700" y="1974386"/>
            <a:ext cx="84569" cy="845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FB5A833-7EF5-4B2C-9A60-320C16C474D8}"/>
              </a:ext>
            </a:extLst>
          </p:cNvPr>
          <p:cNvSpPr/>
          <p:nvPr/>
        </p:nvSpPr>
        <p:spPr>
          <a:xfrm>
            <a:off x="7707211" y="4206479"/>
            <a:ext cx="84569" cy="8456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B6B0DE2-B884-47BA-9262-C878C6CF8ABA}"/>
              </a:ext>
            </a:extLst>
          </p:cNvPr>
          <p:cNvCxnSpPr>
            <a:cxnSpLocks/>
          </p:cNvCxnSpPr>
          <p:nvPr/>
        </p:nvCxnSpPr>
        <p:spPr>
          <a:xfrm>
            <a:off x="6381420" y="1707008"/>
            <a:ext cx="1543382" cy="284548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41880A5-9CF8-4A6A-A56B-085DFA57D4F8}"/>
              </a:ext>
            </a:extLst>
          </p:cNvPr>
          <p:cNvCxnSpPr>
            <a:cxnSpLocks/>
          </p:cNvCxnSpPr>
          <p:nvPr/>
        </p:nvCxnSpPr>
        <p:spPr>
          <a:xfrm flipV="1">
            <a:off x="6576984" y="3012376"/>
            <a:ext cx="246659" cy="1306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2F25F14-DDB1-4B9A-9DCA-6C5207D46EC8}"/>
              </a:ext>
            </a:extLst>
          </p:cNvPr>
          <p:cNvCxnSpPr>
            <a:cxnSpLocks/>
          </p:cNvCxnSpPr>
          <p:nvPr/>
        </p:nvCxnSpPr>
        <p:spPr>
          <a:xfrm flipV="1">
            <a:off x="6575223" y="3156721"/>
            <a:ext cx="421083" cy="2257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2433CF9-43BF-49CC-BB1D-5072D24E5488}"/>
              </a:ext>
            </a:extLst>
          </p:cNvPr>
          <p:cNvCxnSpPr>
            <a:cxnSpLocks/>
          </p:cNvCxnSpPr>
          <p:nvPr/>
        </p:nvCxnSpPr>
        <p:spPr>
          <a:xfrm flipV="1">
            <a:off x="6592819" y="3308581"/>
            <a:ext cx="555887" cy="313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ECD58F0-1066-4060-B870-9D867DDBF29E}"/>
              </a:ext>
            </a:extLst>
          </p:cNvPr>
          <p:cNvCxnSpPr>
            <a:cxnSpLocks/>
          </p:cNvCxnSpPr>
          <p:nvPr/>
        </p:nvCxnSpPr>
        <p:spPr>
          <a:xfrm flipV="1">
            <a:off x="6575223" y="3460981"/>
            <a:ext cx="734690" cy="4079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14564F0-B70C-48F6-8F19-36BBA7849521}"/>
              </a:ext>
            </a:extLst>
          </p:cNvPr>
          <p:cNvCxnSpPr>
            <a:cxnSpLocks/>
          </p:cNvCxnSpPr>
          <p:nvPr/>
        </p:nvCxnSpPr>
        <p:spPr>
          <a:xfrm flipV="1">
            <a:off x="6575223" y="3621976"/>
            <a:ext cx="845688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F94B6AF-DAC3-4D33-8A41-7296245E1A34}"/>
              </a:ext>
            </a:extLst>
          </p:cNvPr>
          <p:cNvCxnSpPr>
            <a:cxnSpLocks/>
          </p:cNvCxnSpPr>
          <p:nvPr/>
        </p:nvCxnSpPr>
        <p:spPr>
          <a:xfrm flipV="1">
            <a:off x="6647460" y="3805143"/>
            <a:ext cx="866829" cy="4436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7DCE925-5219-4DDF-A235-3869DEF6B534}"/>
              </a:ext>
            </a:extLst>
          </p:cNvPr>
          <p:cNvCxnSpPr>
            <a:cxnSpLocks/>
          </p:cNvCxnSpPr>
          <p:nvPr/>
        </p:nvCxnSpPr>
        <p:spPr>
          <a:xfrm flipV="1">
            <a:off x="7111251" y="3990801"/>
            <a:ext cx="497737" cy="2493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07A6B5A-7B12-48FB-9332-4317B10E9C60}"/>
              </a:ext>
            </a:extLst>
          </p:cNvPr>
          <p:cNvCxnSpPr>
            <a:cxnSpLocks/>
          </p:cNvCxnSpPr>
          <p:nvPr/>
        </p:nvCxnSpPr>
        <p:spPr>
          <a:xfrm flipV="1">
            <a:off x="7575953" y="4179136"/>
            <a:ext cx="131258" cy="670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258E2B4-0C55-4E7C-9A8E-B57C26C3916D}"/>
                  </a:ext>
                </a:extLst>
              </p:cNvPr>
              <p:cNvSpPr txBox="1"/>
              <p:nvPr/>
            </p:nvSpPr>
            <p:spPr>
              <a:xfrm>
                <a:off x="7967087" y="4501617"/>
                <a:ext cx="161737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0" dirty="0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258E2B4-0C55-4E7C-9A8E-B57C26C39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087" y="4501617"/>
                <a:ext cx="161737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1A9E789-3D27-4B75-941A-E7F5279C2FBD}"/>
                  </a:ext>
                </a:extLst>
              </p:cNvPr>
              <p:cNvSpPr txBox="1"/>
              <p:nvPr/>
            </p:nvSpPr>
            <p:spPr>
              <a:xfrm>
                <a:off x="6546363" y="1504153"/>
                <a:ext cx="44994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1A9E789-3D27-4B75-941A-E7F5279C2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363" y="1504153"/>
                <a:ext cx="449943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AB2EC81-A8B8-4A62-A0CF-D6D49B438953}"/>
                  </a:ext>
                </a:extLst>
              </p:cNvPr>
              <p:cNvSpPr txBox="1"/>
              <p:nvPr/>
            </p:nvSpPr>
            <p:spPr>
              <a:xfrm>
                <a:off x="9220575" y="3888031"/>
                <a:ext cx="44994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AB2EC81-A8B8-4A62-A0CF-D6D49B438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575" y="3888031"/>
                <a:ext cx="44994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7F178BE-9C1B-4EAA-A8EE-9C1E2AC3B9B4}"/>
                  </a:ext>
                </a:extLst>
              </p:cNvPr>
              <p:cNvSpPr txBox="1"/>
              <p:nvPr/>
            </p:nvSpPr>
            <p:spPr>
              <a:xfrm>
                <a:off x="6933760" y="4502947"/>
                <a:ext cx="153280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 2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zh-CN" altLang="en-US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7F178BE-9C1B-4EAA-A8EE-9C1E2AC3B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760" y="4502947"/>
                <a:ext cx="1532808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3732102-D01C-4752-9248-BA01DFED22B8}"/>
                  </a:ext>
                </a:extLst>
              </p:cNvPr>
              <p:cNvSpPr txBox="1"/>
              <p:nvPr/>
            </p:nvSpPr>
            <p:spPr>
              <a:xfrm>
                <a:off x="8491689" y="3364727"/>
                <a:ext cx="153280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i="1" dirty="0">
                    <a:latin typeface="Cambria Math" panose="02040503050406030204" pitchFamily="18" charset="0"/>
                  </a:rPr>
                  <a:t>=30</a:t>
                </a:r>
                <a:endParaRPr lang="zh-CN" altLang="en-US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3732102-D01C-4752-9248-BA01DFED2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1689" y="3364727"/>
                <a:ext cx="1532808" cy="338554"/>
              </a:xfrm>
              <a:prstGeom prst="rect">
                <a:avLst/>
              </a:prstGeom>
              <a:blipFill>
                <a:blip r:embed="rId7"/>
                <a:stretch>
                  <a:fillRect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6CA84A1-21A5-4CFD-B50D-CB88C308D758}"/>
              </a:ext>
            </a:extLst>
          </p:cNvPr>
          <p:cNvCxnSpPr>
            <a:cxnSpLocks/>
          </p:cNvCxnSpPr>
          <p:nvPr/>
        </p:nvCxnSpPr>
        <p:spPr>
          <a:xfrm flipH="1">
            <a:off x="6196426" y="2006008"/>
            <a:ext cx="2365283" cy="964019"/>
          </a:xfrm>
          <a:prstGeom prst="line">
            <a:avLst/>
          </a:prstGeom>
          <a:ln w="19050">
            <a:solidFill>
              <a:srgbClr val="1EA185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8BDAADC2-4848-426F-A7E6-F91C9E0DB43A}"/>
              </a:ext>
            </a:extLst>
          </p:cNvPr>
          <p:cNvCxnSpPr>
            <a:cxnSpLocks/>
          </p:cNvCxnSpPr>
          <p:nvPr/>
        </p:nvCxnSpPr>
        <p:spPr>
          <a:xfrm flipH="1">
            <a:off x="6336931" y="3689963"/>
            <a:ext cx="2759435" cy="1115382"/>
          </a:xfrm>
          <a:prstGeom prst="line">
            <a:avLst/>
          </a:prstGeom>
          <a:ln w="19050">
            <a:solidFill>
              <a:srgbClr val="1EA185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E09C4C4-FB45-4EAC-84C6-0608345C2DEF}"/>
                  </a:ext>
                </a:extLst>
              </p:cNvPr>
              <p:cNvSpPr txBox="1"/>
              <p:nvPr/>
            </p:nvSpPr>
            <p:spPr>
              <a:xfrm>
                <a:off x="8491689" y="2043158"/>
                <a:ext cx="153280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i="1" dirty="0">
                    <a:latin typeface="Cambria Math" panose="02040503050406030204" pitchFamily="18" charset="0"/>
                  </a:rPr>
                  <a:t>= -80</a:t>
                </a:r>
                <a:endParaRPr lang="zh-CN" altLang="en-US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E09C4C4-FB45-4EAC-84C6-0608345C2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1689" y="2043158"/>
                <a:ext cx="1532808" cy="338554"/>
              </a:xfrm>
              <a:prstGeom prst="rect">
                <a:avLst/>
              </a:prstGeom>
              <a:blipFill>
                <a:blip r:embed="rId8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624D68C5-CFD3-47DB-961C-C42E264F18B6}"/>
              </a:ext>
            </a:extLst>
          </p:cNvPr>
          <p:cNvSpPr txBox="1"/>
          <p:nvPr/>
        </p:nvSpPr>
        <p:spPr>
          <a:xfrm>
            <a:off x="838814" y="1597290"/>
            <a:ext cx="46572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75000"/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Liner constraints 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shape the feasible domain as a 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convex polyhedral set 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with a finite number of 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vertices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81AB8F3-B074-4FE7-9A85-A4C0F565CF2C}"/>
              </a:ext>
            </a:extLst>
          </p:cNvPr>
          <p:cNvSpPr txBox="1"/>
          <p:nvPr/>
        </p:nvSpPr>
        <p:spPr>
          <a:xfrm>
            <a:off x="763097" y="2831490"/>
            <a:ext cx="46572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SzPct val="75000"/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Liner objective 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function provides a liner contour of each fixed value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734B282-E29B-436E-8F55-0BAA14D540BA}"/>
              </a:ext>
            </a:extLst>
          </p:cNvPr>
          <p:cNvSpPr txBox="1"/>
          <p:nvPr/>
        </p:nvSpPr>
        <p:spPr>
          <a:xfrm>
            <a:off x="838815" y="3784732"/>
            <a:ext cx="46572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75000"/>
              <a:buFont typeface="Wingdings" panose="05000000000000000000" pitchFamily="2" charset="2"/>
              <a:buChar char="l"/>
            </a:pP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For a liner programming problem, if its feasible domain is not empty, the it 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optimum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is either unbounded or is attained at least at one 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vertex</a:t>
            </a:r>
            <a:r>
              <a:rPr lang="en-US" altLang="zh-CN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of the feasible domain</a:t>
            </a:r>
            <a:endParaRPr lang="zh-CN" altLang="en-US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3436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2223572-849D-4A7B-89FA-24F424C1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83" y="274320"/>
            <a:ext cx="5418602" cy="521208"/>
          </a:xfrm>
        </p:spPr>
        <p:txBody>
          <a:bodyPr>
            <a:noAutofit/>
          </a:bodyPr>
          <a:lstStyle/>
          <a:p>
            <a:r>
              <a:rPr lang="en-US" altLang="zh-CN" sz="3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How to solve an LP problem</a:t>
            </a:r>
            <a:endParaRPr lang="zh-CN" altLang="en-US" sz="30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6B27B70-A7AF-4062-B3AA-0A419EDC8527}"/>
              </a:ext>
            </a:extLst>
          </p:cNvPr>
          <p:cNvSpPr txBox="1"/>
          <p:nvPr/>
        </p:nvSpPr>
        <p:spPr>
          <a:xfrm>
            <a:off x="442398" y="1274872"/>
            <a:ext cx="2607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75000"/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Enumeration Method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95C3053-F38F-4AEF-8A30-2BE6E48D53B0}"/>
              </a:ext>
            </a:extLst>
          </p:cNvPr>
          <p:cNvSpPr txBox="1"/>
          <p:nvPr/>
        </p:nvSpPr>
        <p:spPr>
          <a:xfrm>
            <a:off x="4106960" y="1274872"/>
            <a:ext cx="2316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75000"/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Simplex Method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D3BF985-1257-4CE6-923F-BA52D1AE9906}"/>
              </a:ext>
            </a:extLst>
          </p:cNvPr>
          <p:cNvSpPr txBox="1"/>
          <p:nvPr/>
        </p:nvSpPr>
        <p:spPr>
          <a:xfrm>
            <a:off x="7370347" y="1274872"/>
            <a:ext cx="3152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75000"/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333333"/>
                </a:solidFill>
                <a:latin typeface="-apple-system"/>
              </a:rPr>
              <a:t>Interior-Point Method 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 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47EC65A-8148-4716-8A53-83D3E45D70DF}"/>
              </a:ext>
            </a:extLst>
          </p:cNvPr>
          <p:cNvCxnSpPr>
            <a:cxnSpLocks/>
          </p:cNvCxnSpPr>
          <p:nvPr/>
        </p:nvCxnSpPr>
        <p:spPr>
          <a:xfrm flipV="1">
            <a:off x="4179287" y="1983480"/>
            <a:ext cx="1677722" cy="2801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7C426CE-0BCE-4B81-AA1B-7CB05BC2F16C}"/>
              </a:ext>
            </a:extLst>
          </p:cNvPr>
          <p:cNvCxnSpPr>
            <a:cxnSpLocks/>
          </p:cNvCxnSpPr>
          <p:nvPr/>
        </p:nvCxnSpPr>
        <p:spPr>
          <a:xfrm>
            <a:off x="5857009" y="1983480"/>
            <a:ext cx="827629" cy="11892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7F5E7B0-94DC-4C7E-A7D5-2D4C4B8CCBED}"/>
              </a:ext>
            </a:extLst>
          </p:cNvPr>
          <p:cNvCxnSpPr>
            <a:cxnSpLocks/>
          </p:cNvCxnSpPr>
          <p:nvPr/>
        </p:nvCxnSpPr>
        <p:spPr>
          <a:xfrm flipH="1">
            <a:off x="6187797" y="3172728"/>
            <a:ext cx="496841" cy="10729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942CB7-ADA4-4F5C-A309-D235E2158887}"/>
              </a:ext>
            </a:extLst>
          </p:cNvPr>
          <p:cNvCxnSpPr/>
          <p:nvPr/>
        </p:nvCxnSpPr>
        <p:spPr>
          <a:xfrm flipH="1">
            <a:off x="3735301" y="2263615"/>
            <a:ext cx="443986" cy="9091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6168A8B-CB17-4650-925C-88882B5848D5}"/>
              </a:ext>
            </a:extLst>
          </p:cNvPr>
          <p:cNvCxnSpPr>
            <a:cxnSpLocks/>
          </p:cNvCxnSpPr>
          <p:nvPr/>
        </p:nvCxnSpPr>
        <p:spPr>
          <a:xfrm>
            <a:off x="3735301" y="3172728"/>
            <a:ext cx="660694" cy="9514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DE3AA7B-B51A-4BEE-84B1-690B2FC3AE2C}"/>
              </a:ext>
            </a:extLst>
          </p:cNvPr>
          <p:cNvCxnSpPr/>
          <p:nvPr/>
        </p:nvCxnSpPr>
        <p:spPr>
          <a:xfrm>
            <a:off x="4395995" y="4124128"/>
            <a:ext cx="1791801" cy="1215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箭头: 下 60">
            <a:extLst>
              <a:ext uri="{FF2B5EF4-FFF2-40B4-BE49-F238E27FC236}">
                <a16:creationId xmlns:a16="http://schemas.microsoft.com/office/drawing/2014/main" id="{09B61707-6321-4CB4-A1B6-992D356789E9}"/>
              </a:ext>
            </a:extLst>
          </p:cNvPr>
          <p:cNvSpPr/>
          <p:nvPr/>
        </p:nvSpPr>
        <p:spPr>
          <a:xfrm rot="1453314">
            <a:off x="6350794" y="3462103"/>
            <a:ext cx="172416" cy="484682"/>
          </a:xfrm>
          <a:prstGeom prst="downArrow">
            <a:avLst/>
          </a:prstGeom>
          <a:solidFill>
            <a:srgbClr val="1EA185"/>
          </a:solidFill>
          <a:ln>
            <a:solidFill>
              <a:srgbClr val="1EA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C99D376F-F60E-43FA-BF9A-0AFBFD8035FB}"/>
                  </a:ext>
                </a:extLst>
              </p:cNvPr>
              <p:cNvSpPr txBox="1"/>
              <p:nvPr/>
            </p:nvSpPr>
            <p:spPr>
              <a:xfrm>
                <a:off x="3341731" y="3040755"/>
                <a:ext cx="443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C99D376F-F60E-43FA-BF9A-0AFBFD803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731" y="3040755"/>
                <a:ext cx="443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04B894E5-E9DB-4058-9FEB-6B322DA24614}"/>
                  </a:ext>
                </a:extLst>
              </p:cNvPr>
              <p:cNvSpPr txBox="1"/>
              <p:nvPr/>
            </p:nvSpPr>
            <p:spPr>
              <a:xfrm>
                <a:off x="6640786" y="2988064"/>
                <a:ext cx="443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04B894E5-E9DB-4058-9FEB-6B322DA24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786" y="2988064"/>
                <a:ext cx="4439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椭圆 66">
            <a:extLst>
              <a:ext uri="{FF2B5EF4-FFF2-40B4-BE49-F238E27FC236}">
                <a16:creationId xmlns:a16="http://schemas.microsoft.com/office/drawing/2014/main" id="{7A4A7712-E275-4E89-81CC-DDC5C80F1F72}"/>
              </a:ext>
            </a:extLst>
          </p:cNvPr>
          <p:cNvSpPr/>
          <p:nvPr/>
        </p:nvSpPr>
        <p:spPr>
          <a:xfrm>
            <a:off x="6150799" y="4206053"/>
            <a:ext cx="79283" cy="7928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F72A630B-07D4-4E31-BF23-D2ABD1C0C035}"/>
              </a:ext>
            </a:extLst>
          </p:cNvPr>
          <p:cNvSpPr/>
          <p:nvPr/>
        </p:nvSpPr>
        <p:spPr>
          <a:xfrm>
            <a:off x="6644996" y="3146138"/>
            <a:ext cx="79283" cy="7928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0312DD5E-185B-42B7-B058-E6EC9FFB4880}"/>
              </a:ext>
            </a:extLst>
          </p:cNvPr>
          <p:cNvSpPr/>
          <p:nvPr/>
        </p:nvSpPr>
        <p:spPr>
          <a:xfrm>
            <a:off x="4366483" y="4084486"/>
            <a:ext cx="79283" cy="7928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90517D32-8D41-4439-8624-8C800CADDBB7}"/>
              </a:ext>
            </a:extLst>
          </p:cNvPr>
          <p:cNvSpPr/>
          <p:nvPr/>
        </p:nvSpPr>
        <p:spPr>
          <a:xfrm>
            <a:off x="3700945" y="3167441"/>
            <a:ext cx="79283" cy="7928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3A1FEC96-CD08-422D-BF08-C60EBAAE2A74}"/>
                  </a:ext>
                </a:extLst>
              </p:cNvPr>
              <p:cNvSpPr txBox="1"/>
              <p:nvPr/>
            </p:nvSpPr>
            <p:spPr>
              <a:xfrm>
                <a:off x="6053930" y="4175117"/>
                <a:ext cx="443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3A1FEC96-CD08-422D-BF08-C60EBAAE2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930" y="4175117"/>
                <a:ext cx="44398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0586AC58-89B9-4328-B96F-EDB9836EA612}"/>
              </a:ext>
            </a:extLst>
          </p:cNvPr>
          <p:cNvCxnSpPr>
            <a:cxnSpLocks/>
          </p:cNvCxnSpPr>
          <p:nvPr/>
        </p:nvCxnSpPr>
        <p:spPr>
          <a:xfrm flipV="1">
            <a:off x="8023239" y="1987523"/>
            <a:ext cx="1677722" cy="2801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7FB6CE66-4966-49CA-8715-804981ACAB5A}"/>
              </a:ext>
            </a:extLst>
          </p:cNvPr>
          <p:cNvCxnSpPr>
            <a:cxnSpLocks/>
          </p:cNvCxnSpPr>
          <p:nvPr/>
        </p:nvCxnSpPr>
        <p:spPr>
          <a:xfrm>
            <a:off x="9700961" y="1987523"/>
            <a:ext cx="827629" cy="11892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ADED50C1-C43D-49FB-BB7E-06D474B2F7C9}"/>
              </a:ext>
            </a:extLst>
          </p:cNvPr>
          <p:cNvCxnSpPr>
            <a:cxnSpLocks/>
          </p:cNvCxnSpPr>
          <p:nvPr/>
        </p:nvCxnSpPr>
        <p:spPr>
          <a:xfrm flipH="1">
            <a:off x="10031749" y="3176771"/>
            <a:ext cx="496841" cy="10729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E9B03A6B-8B89-465F-969B-6DFD036BCCE7}"/>
              </a:ext>
            </a:extLst>
          </p:cNvPr>
          <p:cNvCxnSpPr/>
          <p:nvPr/>
        </p:nvCxnSpPr>
        <p:spPr>
          <a:xfrm flipH="1">
            <a:off x="7579253" y="2267658"/>
            <a:ext cx="443986" cy="9091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69D08FEE-51B5-4CD2-BC61-77D0646DFD13}"/>
              </a:ext>
            </a:extLst>
          </p:cNvPr>
          <p:cNvCxnSpPr>
            <a:cxnSpLocks/>
          </p:cNvCxnSpPr>
          <p:nvPr/>
        </p:nvCxnSpPr>
        <p:spPr>
          <a:xfrm>
            <a:off x="7579253" y="3176771"/>
            <a:ext cx="660694" cy="9514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7A1EC682-80E9-4F82-8758-ED26882A3AB1}"/>
              </a:ext>
            </a:extLst>
          </p:cNvPr>
          <p:cNvCxnSpPr/>
          <p:nvPr/>
        </p:nvCxnSpPr>
        <p:spPr>
          <a:xfrm>
            <a:off x="8239947" y="4128171"/>
            <a:ext cx="1791801" cy="1215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8054E8C9-C091-4A1C-9735-2FC99A4617F7}"/>
                  </a:ext>
                </a:extLst>
              </p:cNvPr>
              <p:cNvSpPr txBox="1"/>
              <p:nvPr/>
            </p:nvSpPr>
            <p:spPr>
              <a:xfrm>
                <a:off x="7185683" y="3044798"/>
                <a:ext cx="443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8054E8C9-C091-4A1C-9735-2FC99A461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683" y="3044798"/>
                <a:ext cx="4439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19D811A-EF4D-455E-BD90-48E9355ABA98}"/>
                  </a:ext>
                </a:extLst>
              </p:cNvPr>
              <p:cNvSpPr txBox="1"/>
              <p:nvPr/>
            </p:nvSpPr>
            <p:spPr>
              <a:xfrm>
                <a:off x="9125382" y="3145061"/>
                <a:ext cx="443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19D811A-EF4D-455E-BD90-48E9355AB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382" y="3145061"/>
                <a:ext cx="44398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椭圆 98">
            <a:extLst>
              <a:ext uri="{FF2B5EF4-FFF2-40B4-BE49-F238E27FC236}">
                <a16:creationId xmlns:a16="http://schemas.microsoft.com/office/drawing/2014/main" id="{C4D3D167-5B17-4B6C-9BF4-EA16E5596A9E}"/>
              </a:ext>
            </a:extLst>
          </p:cNvPr>
          <p:cNvSpPr/>
          <p:nvPr/>
        </p:nvSpPr>
        <p:spPr>
          <a:xfrm>
            <a:off x="9272788" y="3146138"/>
            <a:ext cx="79283" cy="7928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F4E0C350-215C-4E53-B1AC-98A888936528}"/>
              </a:ext>
            </a:extLst>
          </p:cNvPr>
          <p:cNvSpPr/>
          <p:nvPr/>
        </p:nvSpPr>
        <p:spPr>
          <a:xfrm>
            <a:off x="8683742" y="3017358"/>
            <a:ext cx="79283" cy="7928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787DFA34-482F-4043-8ACE-623E6AC32D04}"/>
              </a:ext>
            </a:extLst>
          </p:cNvPr>
          <p:cNvSpPr/>
          <p:nvPr/>
        </p:nvSpPr>
        <p:spPr>
          <a:xfrm>
            <a:off x="7544897" y="3171484"/>
            <a:ext cx="79283" cy="7928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07F85465-8B15-46A1-8CF8-D006512D9BBA}"/>
                  </a:ext>
                </a:extLst>
              </p:cNvPr>
              <p:cNvSpPr txBox="1"/>
              <p:nvPr/>
            </p:nvSpPr>
            <p:spPr>
              <a:xfrm>
                <a:off x="8485620" y="3124367"/>
                <a:ext cx="443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07F85465-8B15-46A1-8CF8-D006512D9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620" y="3124367"/>
                <a:ext cx="44398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箭头: 下 104">
            <a:extLst>
              <a:ext uri="{FF2B5EF4-FFF2-40B4-BE49-F238E27FC236}">
                <a16:creationId xmlns:a16="http://schemas.microsoft.com/office/drawing/2014/main" id="{0F393720-C72C-4A0D-8AD3-3CEC4FE49AE7}"/>
              </a:ext>
            </a:extLst>
          </p:cNvPr>
          <p:cNvSpPr/>
          <p:nvPr/>
        </p:nvSpPr>
        <p:spPr>
          <a:xfrm rot="8692024">
            <a:off x="3936852" y="3334034"/>
            <a:ext cx="172416" cy="484682"/>
          </a:xfrm>
          <a:prstGeom prst="downArrow">
            <a:avLst/>
          </a:prstGeom>
          <a:solidFill>
            <a:srgbClr val="1EA185"/>
          </a:solidFill>
          <a:ln>
            <a:solidFill>
              <a:srgbClr val="1EA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箭头: 下 105">
            <a:extLst>
              <a:ext uri="{FF2B5EF4-FFF2-40B4-BE49-F238E27FC236}">
                <a16:creationId xmlns:a16="http://schemas.microsoft.com/office/drawing/2014/main" id="{5D251F9A-93B0-4339-889F-C46469095589}"/>
              </a:ext>
            </a:extLst>
          </p:cNvPr>
          <p:cNvSpPr/>
          <p:nvPr/>
        </p:nvSpPr>
        <p:spPr>
          <a:xfrm rot="5615940">
            <a:off x="5277147" y="3942569"/>
            <a:ext cx="172416" cy="484682"/>
          </a:xfrm>
          <a:prstGeom prst="downArrow">
            <a:avLst/>
          </a:prstGeom>
          <a:solidFill>
            <a:srgbClr val="1EA185"/>
          </a:solidFill>
          <a:ln>
            <a:solidFill>
              <a:srgbClr val="1EA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箭头: 下 106">
            <a:extLst>
              <a:ext uri="{FF2B5EF4-FFF2-40B4-BE49-F238E27FC236}">
                <a16:creationId xmlns:a16="http://schemas.microsoft.com/office/drawing/2014/main" id="{F692D511-9AE7-4343-BADD-4676A5CBEC50}"/>
              </a:ext>
            </a:extLst>
          </p:cNvPr>
          <p:cNvSpPr/>
          <p:nvPr/>
        </p:nvSpPr>
        <p:spPr>
          <a:xfrm rot="6269048">
            <a:off x="8930379" y="2864346"/>
            <a:ext cx="172416" cy="484682"/>
          </a:xfrm>
          <a:prstGeom prst="downArrow">
            <a:avLst/>
          </a:prstGeom>
          <a:solidFill>
            <a:srgbClr val="1EA185"/>
          </a:solidFill>
          <a:ln>
            <a:solidFill>
              <a:srgbClr val="1EA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箭头: 下 107">
            <a:extLst>
              <a:ext uri="{FF2B5EF4-FFF2-40B4-BE49-F238E27FC236}">
                <a16:creationId xmlns:a16="http://schemas.microsoft.com/office/drawing/2014/main" id="{29357E63-36A3-4B7C-B2DF-74A62F62A245}"/>
              </a:ext>
            </a:extLst>
          </p:cNvPr>
          <p:cNvSpPr/>
          <p:nvPr/>
        </p:nvSpPr>
        <p:spPr>
          <a:xfrm rot="5237206">
            <a:off x="8316438" y="2814659"/>
            <a:ext cx="172416" cy="484682"/>
          </a:xfrm>
          <a:prstGeom prst="downArrow">
            <a:avLst/>
          </a:prstGeom>
          <a:solidFill>
            <a:srgbClr val="1EA185"/>
          </a:solidFill>
          <a:ln>
            <a:solidFill>
              <a:srgbClr val="1EA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箭头: 下 108">
            <a:extLst>
              <a:ext uri="{FF2B5EF4-FFF2-40B4-BE49-F238E27FC236}">
                <a16:creationId xmlns:a16="http://schemas.microsoft.com/office/drawing/2014/main" id="{AAFFBDF4-98A9-4B84-9117-AE5E34D82EB9}"/>
              </a:ext>
            </a:extLst>
          </p:cNvPr>
          <p:cNvSpPr/>
          <p:nvPr/>
        </p:nvSpPr>
        <p:spPr>
          <a:xfrm rot="4569675">
            <a:off x="7786063" y="2890789"/>
            <a:ext cx="172416" cy="484682"/>
          </a:xfrm>
          <a:prstGeom prst="downArrow">
            <a:avLst/>
          </a:prstGeom>
          <a:solidFill>
            <a:srgbClr val="1EA185"/>
          </a:solidFill>
          <a:ln>
            <a:solidFill>
              <a:srgbClr val="1EA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CBF68368-A161-443C-B9DD-68268022A1C9}"/>
              </a:ext>
            </a:extLst>
          </p:cNvPr>
          <p:cNvSpPr txBox="1"/>
          <p:nvPr/>
        </p:nvSpPr>
        <p:spPr>
          <a:xfrm>
            <a:off x="3437791" y="4676255"/>
            <a:ext cx="37478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general, the simplex method works well: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AA17C6C5-67BF-40F0-BEB9-77DCBBAD6BF1}"/>
                  </a:ext>
                </a:extLst>
              </p:cNvPr>
              <p:cNvSpPr txBox="1"/>
              <p:nvPr/>
            </p:nvSpPr>
            <p:spPr>
              <a:xfrm>
                <a:off x="3743129" y="5014809"/>
                <a:ext cx="3178414" cy="2791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𝑣𝑖𝑠𝑖𝑡𝑠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𝑎𝑏𝑜𝑢𝑡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 0.7159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0.9522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0.3109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𝑣𝑒𝑟𝑡𝑖𝑒𝑒𝑠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AA17C6C5-67BF-40F0-BEB9-77DCBBAD6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129" y="5014809"/>
                <a:ext cx="3178414" cy="27911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文本框 119">
            <a:extLst>
              <a:ext uri="{FF2B5EF4-FFF2-40B4-BE49-F238E27FC236}">
                <a16:creationId xmlns:a16="http://schemas.microsoft.com/office/drawing/2014/main" id="{D46BA7B1-04F3-4818-A875-3B3D3C9DE4F6}"/>
              </a:ext>
            </a:extLst>
          </p:cNvPr>
          <p:cNvSpPr txBox="1"/>
          <p:nvPr/>
        </p:nvSpPr>
        <p:spPr>
          <a:xfrm>
            <a:off x="3456753" y="5267957"/>
            <a:ext cx="37478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the worst case, Kell &amp; Minty(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1971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153D732F-EEBB-4A45-8F2E-ECD9A092D1F2}"/>
                  </a:ext>
                </a:extLst>
              </p:cNvPr>
              <p:cNvSpPr txBox="1"/>
              <p:nvPr/>
            </p:nvSpPr>
            <p:spPr>
              <a:xfrm>
                <a:off x="3589622" y="5579002"/>
                <a:ext cx="317841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𝑟𝑒𝑞𝑢𝑖𝑟𝑒𝑠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𝑡𝑜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𝑡𝑟𝑎𝑣𝑒𝑟𝑠𝑒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 2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−1 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𝑣𝑒𝑟𝑡𝑖𝑒𝑒𝑠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153D732F-EEBB-4A45-8F2E-ECD9A092D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622" y="5579002"/>
                <a:ext cx="3178414" cy="276999"/>
              </a:xfrm>
              <a:prstGeom prst="rect">
                <a:avLst/>
              </a:prstGeom>
              <a:blipFill>
                <a:blip r:embed="rId10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文本框 122">
            <a:extLst>
              <a:ext uri="{FF2B5EF4-FFF2-40B4-BE49-F238E27FC236}">
                <a16:creationId xmlns:a16="http://schemas.microsoft.com/office/drawing/2014/main" id="{ED4F3644-427B-44D9-9135-A00E3508971C}"/>
              </a:ext>
            </a:extLst>
          </p:cNvPr>
          <p:cNvSpPr txBox="1"/>
          <p:nvPr/>
        </p:nvSpPr>
        <p:spPr>
          <a:xfrm>
            <a:off x="3491312" y="5823358"/>
            <a:ext cx="3599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 of exponential-time algorithm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.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01309B2A-43FD-4313-97A5-9B359F931605}"/>
              </a:ext>
            </a:extLst>
          </p:cNvPr>
          <p:cNvSpPr txBox="1"/>
          <p:nvPr/>
        </p:nvSpPr>
        <p:spPr>
          <a:xfrm>
            <a:off x="7370347" y="4685386"/>
            <a:ext cx="4305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 polynomial-time algorithm with complexity: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8BDBDBC2-69F3-476E-9B97-149365EDB366}"/>
                  </a:ext>
                </a:extLst>
              </p:cNvPr>
              <p:cNvSpPr txBox="1"/>
              <p:nvPr/>
            </p:nvSpPr>
            <p:spPr>
              <a:xfrm>
                <a:off x="7616344" y="4987583"/>
                <a:ext cx="317841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8BDBDBC2-69F3-476E-9B97-149365EDB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6344" y="4987583"/>
                <a:ext cx="3178414" cy="276999"/>
              </a:xfrm>
              <a:prstGeom prst="rect">
                <a:avLst/>
              </a:prstGeom>
              <a:blipFill>
                <a:blip r:embed="rId11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文本框 127">
            <a:extLst>
              <a:ext uri="{FF2B5EF4-FFF2-40B4-BE49-F238E27FC236}">
                <a16:creationId xmlns:a16="http://schemas.microsoft.com/office/drawing/2014/main" id="{1BE2C4C3-0A18-4C1E-9F34-A1BC6A716EFC}"/>
              </a:ext>
            </a:extLst>
          </p:cNvPr>
          <p:cNvSpPr txBox="1"/>
          <p:nvPr/>
        </p:nvSpPr>
        <p:spPr>
          <a:xfrm>
            <a:off x="7370347" y="5275922"/>
            <a:ext cx="42085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6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outperformed the simplex method for large size LP problems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B1A35F0B-1549-441B-92E6-CBB691E027F5}"/>
              </a:ext>
            </a:extLst>
          </p:cNvPr>
          <p:cNvSpPr txBox="1"/>
          <p:nvPr/>
        </p:nvSpPr>
        <p:spPr>
          <a:xfrm>
            <a:off x="451394" y="2318391"/>
            <a:ext cx="28246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 all vertices and choose the optimal one by comparison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3944B732-A629-4FF0-81F4-E9CA7F5FB4F1}"/>
                  </a:ext>
                </a:extLst>
              </p:cNvPr>
              <p:cNvSpPr txBox="1"/>
              <p:nvPr/>
            </p:nvSpPr>
            <p:spPr>
              <a:xfrm>
                <a:off x="501159" y="2993338"/>
                <a:ext cx="2367574" cy="4641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3944B732-A629-4FF0-81F4-E9CA7F5FB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59" y="2993338"/>
                <a:ext cx="2367574" cy="46416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7975D9BA-7C83-45A1-80DB-A6F58E6A4A47}"/>
                  </a:ext>
                </a:extLst>
              </p:cNvPr>
              <p:cNvSpPr txBox="1"/>
              <p:nvPr/>
            </p:nvSpPr>
            <p:spPr>
              <a:xfrm>
                <a:off x="516134" y="3804544"/>
                <a:ext cx="2367574" cy="2791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1000,500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</m:s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7975D9BA-7C83-45A1-80DB-A6F58E6A4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34" y="3804544"/>
                <a:ext cx="2367574" cy="27911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608088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2223572-849D-4A7B-89FA-24F424C1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83" y="274320"/>
            <a:ext cx="5418602" cy="521208"/>
          </a:xfrm>
        </p:spPr>
        <p:txBody>
          <a:bodyPr>
            <a:noAutofit/>
          </a:bodyPr>
          <a:lstStyle/>
          <a:p>
            <a:r>
              <a:rPr lang="en-US" altLang="zh-CN" sz="3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How to test an LP solver</a:t>
            </a:r>
            <a:endParaRPr lang="zh-CN" altLang="en-US" sz="30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6B27B70-A7AF-4062-B3AA-0A419EDC8527}"/>
              </a:ext>
            </a:extLst>
          </p:cNvPr>
          <p:cNvSpPr txBox="1"/>
          <p:nvPr/>
        </p:nvSpPr>
        <p:spPr>
          <a:xfrm>
            <a:off x="479397" y="795528"/>
            <a:ext cx="2607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75000"/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Benchmark test set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256D3AB-9CF1-432C-A637-51F173383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671055"/>
              </p:ext>
            </p:extLst>
          </p:nvPr>
        </p:nvGraphicFramePr>
        <p:xfrm>
          <a:off x="1179840" y="1128495"/>
          <a:ext cx="8667139" cy="5207828"/>
        </p:xfrm>
        <a:graphic>
          <a:graphicData uri="http://schemas.openxmlformats.org/drawingml/2006/table">
            <a:tbl>
              <a:tblPr/>
              <a:tblGrid>
                <a:gridCol w="1706997">
                  <a:extLst>
                    <a:ext uri="{9D8B030D-6E8A-4147-A177-3AD203B41FA5}">
                      <a16:colId xmlns:a16="http://schemas.microsoft.com/office/drawing/2014/main" val="1719817948"/>
                    </a:ext>
                  </a:extLst>
                </a:gridCol>
                <a:gridCol w="1541804">
                  <a:extLst>
                    <a:ext uri="{9D8B030D-6E8A-4147-A177-3AD203B41FA5}">
                      <a16:colId xmlns:a16="http://schemas.microsoft.com/office/drawing/2014/main" val="157713203"/>
                    </a:ext>
                  </a:extLst>
                </a:gridCol>
                <a:gridCol w="947108">
                  <a:extLst>
                    <a:ext uri="{9D8B030D-6E8A-4147-A177-3AD203B41FA5}">
                      <a16:colId xmlns:a16="http://schemas.microsoft.com/office/drawing/2014/main" val="1071512401"/>
                    </a:ext>
                  </a:extLst>
                </a:gridCol>
                <a:gridCol w="947108">
                  <a:extLst>
                    <a:ext uri="{9D8B030D-6E8A-4147-A177-3AD203B41FA5}">
                      <a16:colId xmlns:a16="http://schemas.microsoft.com/office/drawing/2014/main" val="1866184933"/>
                    </a:ext>
                  </a:extLst>
                </a:gridCol>
                <a:gridCol w="947108">
                  <a:extLst>
                    <a:ext uri="{9D8B030D-6E8A-4147-A177-3AD203B41FA5}">
                      <a16:colId xmlns:a16="http://schemas.microsoft.com/office/drawing/2014/main" val="197682668"/>
                    </a:ext>
                  </a:extLst>
                </a:gridCol>
                <a:gridCol w="947108">
                  <a:extLst>
                    <a:ext uri="{9D8B030D-6E8A-4147-A177-3AD203B41FA5}">
                      <a16:colId xmlns:a16="http://schemas.microsoft.com/office/drawing/2014/main" val="4238661840"/>
                    </a:ext>
                  </a:extLst>
                </a:gridCol>
                <a:gridCol w="1629906">
                  <a:extLst>
                    <a:ext uri="{9D8B030D-6E8A-4147-A177-3AD203B41FA5}">
                      <a16:colId xmlns:a16="http://schemas.microsoft.com/office/drawing/2014/main" val="519338907"/>
                    </a:ext>
                  </a:extLst>
                </a:gridCol>
              </a:tblGrid>
              <a:tr h="21531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Name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Rows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B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Cols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B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Nonzeros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B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Bytes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BR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B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Optimal Value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111621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25FV47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822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1571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11127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70477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5501.845888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644656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80BAU3B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2263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9799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29063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298952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987232.1607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633294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ADLITTLE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57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97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465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3690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225494.9632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29439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AFIRO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28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88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794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-464.7531429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017850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AGG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489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163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2541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21865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-35991767.29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688097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AGG2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517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302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4515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32552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-20239252.36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187205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AGG3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517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302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4531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32570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10312115.94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376867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BANDM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306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472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2659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19460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-158.6280185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612039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BEACONFD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174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262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3476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17475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33592.48581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832600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BLEND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75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83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521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3227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-30.81214985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083679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BNL1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644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1175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6129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42473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1977.629286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917719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BNL2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2325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3489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16124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127145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1811.23654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585695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BOEING1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351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384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3865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25315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BR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-335.2135675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635818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BOEING2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167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143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1339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8761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BR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-315.018728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608675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BORE3D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234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315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1525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13160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1373.080394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802090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BRANDY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221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249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2150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14028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1518.509897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028435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CAPRI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272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353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1786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15267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2690.012914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421025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CYCLE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1904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2857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21322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166648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-5.226393025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979511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CZPROB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930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3523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14173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92202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2185196.699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481500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D2Q06C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2172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5167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35674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258038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122784.2362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339950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D6CUBE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416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6184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43888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167633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315.4916667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998926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DEGEN2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445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534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4449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24657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-1435.178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554471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DEGEN3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1504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1818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26230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130252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-987.294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298377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DFL001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6072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12230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41873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353192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11266400**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909949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E226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224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282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2767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17749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-18.75192907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758905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ETAMACRO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401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688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2489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21915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-755.7152177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076395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FFFFF800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525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854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6235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39637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　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555679.6117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315832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FINNIS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498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614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2714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23847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172790.9655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242620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FIT1D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1026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14430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51734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-9146.378092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439083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FIT1P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628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1677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10894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65116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9146.378092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672950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FIT2D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10500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138018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482330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-68464.29329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071595"/>
                  </a:ext>
                </a:extLst>
              </a:tr>
              <a:tr h="14982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…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L="3616" marR="3616" marT="361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A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431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10572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65B4AF-7753-D2BA-ED01-E0AFA0829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783" y="1179576"/>
            <a:ext cx="5935993" cy="5211699"/>
          </a:xfrm>
        </p:spPr>
        <p:txBody>
          <a:bodyPr/>
          <a:lstStyle/>
          <a:p>
            <a:r>
              <a:rPr lang="en-US" altLang="zh-CN" sz="1800" b="1" dirty="0">
                <a:latin typeface="Calibri" panose="020F0502020204030204" pitchFamily="34" charset="0"/>
                <a:cs typeface="Calibri" panose="020F0502020204030204" pitchFamily="34" charset="0"/>
              </a:rPr>
              <a:t>Self-built test set</a:t>
            </a:r>
          </a:p>
          <a:p>
            <a:pPr lvl="1"/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Feasible(Unique) Problem</a:t>
            </a:r>
          </a:p>
          <a:p>
            <a:pPr lvl="2"/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Constraint &amp; Objective : </a:t>
            </a:r>
          </a:p>
          <a:p>
            <a:pPr marL="1453515" lvl="3" indent="-457200">
              <a:buFont typeface="+mj-lt"/>
              <a:buAutoNum type="arabicPeriod"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General</a:t>
            </a:r>
          </a:p>
          <a:p>
            <a:pPr marL="1453515" lvl="3" indent="-457200">
              <a:buFont typeface="+mj-lt"/>
              <a:buAutoNum type="arabicPeriod"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Negative Coefficients,</a:t>
            </a:r>
            <a:r>
              <a:rPr lang="zh-CN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Large Coefficients, Decimal Coefficients, </a:t>
            </a:r>
            <a:r>
              <a:rPr lang="en-US" altLang="zh-CN" sz="1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cale Coefficients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53515" lvl="3" indent="-457200">
              <a:buFont typeface="+mj-lt"/>
              <a:buAutoNum type="arabicPeriod"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Only Bound/Only Constraint</a:t>
            </a:r>
          </a:p>
          <a:p>
            <a:pPr marL="1453515" lvl="3" indent="-457200">
              <a:buFont typeface="+mj-lt"/>
              <a:buAutoNum type="arabicPeriod"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B=0 when performing row transform</a:t>
            </a:r>
          </a:p>
          <a:p>
            <a:pPr marL="1453515" lvl="3" indent="-457200">
              <a:buFont typeface="+mj-lt"/>
              <a:buAutoNum type="arabicPeriod"/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Degenerate</a:t>
            </a:r>
          </a:p>
          <a:p>
            <a:pPr lvl="2"/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Bounds: Bounded Variable, No upper/Lower bound, Free Variable</a:t>
            </a:r>
          </a:p>
          <a:p>
            <a:pPr lvl="1"/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Feasible(infinite) Problem</a:t>
            </a:r>
          </a:p>
          <a:p>
            <a:pPr lvl="2"/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Equations of a Plane Group(Line Group)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Infeasible Problem</a:t>
            </a:r>
          </a:p>
          <a:p>
            <a:pPr lvl="2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Contradictory constraints.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Unbounded Problem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Non-closed constraints &amp; bounds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700859-54D9-5424-891D-EF3E563DC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标题 4">
            <a:extLst>
              <a:ext uri="{FF2B5EF4-FFF2-40B4-BE49-F238E27FC236}">
                <a16:creationId xmlns:a16="http://schemas.microsoft.com/office/drawing/2014/main" id="{8DFFFD91-011C-CA3A-01F2-3FA21808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83" y="274320"/>
            <a:ext cx="5418602" cy="521208"/>
          </a:xfrm>
        </p:spPr>
        <p:txBody>
          <a:bodyPr>
            <a:noAutofit/>
          </a:bodyPr>
          <a:lstStyle/>
          <a:p>
            <a:r>
              <a:rPr lang="en-US" altLang="zh-CN" sz="3000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How to test an LP solver</a:t>
            </a:r>
            <a:endParaRPr lang="zh-CN" altLang="en-US" sz="3000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0BF401D3-C0CB-4469-440E-6991CFF13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546" y="2967881"/>
            <a:ext cx="4334240" cy="3009122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CB6CF33-40B6-93E9-D74B-A8CE88FFDC06}"/>
              </a:ext>
            </a:extLst>
          </p:cNvPr>
          <p:cNvCxnSpPr>
            <a:cxnSpLocks/>
          </p:cNvCxnSpPr>
          <p:nvPr/>
        </p:nvCxnSpPr>
        <p:spPr>
          <a:xfrm flipH="1" flipV="1">
            <a:off x="8418101" y="2006055"/>
            <a:ext cx="79696" cy="1250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2F956C8-B8E0-B888-4B8D-FCBD02A862F8}"/>
              </a:ext>
            </a:extLst>
          </p:cNvPr>
          <p:cNvCxnSpPr>
            <a:cxnSpLocks/>
          </p:cNvCxnSpPr>
          <p:nvPr/>
        </p:nvCxnSpPr>
        <p:spPr>
          <a:xfrm flipH="1" flipV="1">
            <a:off x="6939585" y="2663890"/>
            <a:ext cx="835097" cy="978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4C49B85-CE22-324A-6521-51C303F50469}"/>
              </a:ext>
            </a:extLst>
          </p:cNvPr>
          <p:cNvCxnSpPr/>
          <p:nvPr/>
        </p:nvCxnSpPr>
        <p:spPr>
          <a:xfrm flipV="1">
            <a:off x="10385691" y="2375387"/>
            <a:ext cx="793102" cy="1184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57345D2-D19F-523B-7480-C5FA8C6B02E8}"/>
              </a:ext>
            </a:extLst>
          </p:cNvPr>
          <p:cNvSpPr txBox="1"/>
          <p:nvPr/>
        </p:nvSpPr>
        <p:spPr>
          <a:xfrm>
            <a:off x="6484776" y="2334973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 + z = 4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998868A-D7A5-D9AD-5930-82C6AD1DC1B5}"/>
              </a:ext>
            </a:extLst>
          </p:cNvPr>
          <p:cNvSpPr txBox="1"/>
          <p:nvPr/>
        </p:nvSpPr>
        <p:spPr>
          <a:xfrm>
            <a:off x="7689376" y="1645268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 + y + z = 5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3203162-E792-9B7A-F643-C60E2492C4C3}"/>
              </a:ext>
            </a:extLst>
          </p:cNvPr>
          <p:cNvSpPr txBox="1"/>
          <p:nvPr/>
        </p:nvSpPr>
        <p:spPr>
          <a:xfrm>
            <a:off x="8892699" y="1995127"/>
            <a:ext cx="3299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α(x + y + z) + β(y + z) = 5α+4β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779246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Lenovo Master">
  <a:themeElements>
    <a:clrScheme name="Lenovo Colors">
      <a:dk1>
        <a:srgbClr val="000000"/>
      </a:dk1>
      <a:lt1>
        <a:sysClr val="window" lastClr="FFFFFF"/>
      </a:lt1>
      <a:dk2>
        <a:srgbClr val="8246AF"/>
      </a:dk2>
      <a:lt2>
        <a:srgbClr val="333F48"/>
      </a:lt2>
      <a:accent1>
        <a:srgbClr val="E1140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6C8E1"/>
      </a:accent5>
      <a:accent6>
        <a:srgbClr val="6AC346"/>
      </a:accent6>
      <a:hlink>
        <a:srgbClr val="4AC0E0"/>
      </a:hlink>
      <a:folHlink>
        <a:srgbClr val="4AC0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Lenovo Master">
  <a:themeElements>
    <a:clrScheme name="Lenovo Colors">
      <a:dk1>
        <a:srgbClr val="000000"/>
      </a:dk1>
      <a:lt1>
        <a:sysClr val="window" lastClr="FFFFFF"/>
      </a:lt1>
      <a:dk2>
        <a:srgbClr val="8246AF"/>
      </a:dk2>
      <a:lt2>
        <a:srgbClr val="333F48"/>
      </a:lt2>
      <a:accent1>
        <a:srgbClr val="E1140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6C8E1"/>
      </a:accent5>
      <a:accent6>
        <a:srgbClr val="6AC346"/>
      </a:accent6>
      <a:hlink>
        <a:srgbClr val="4AC0E0"/>
      </a:hlink>
      <a:folHlink>
        <a:srgbClr val="4AC0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FC5C1A49D4C946BCB0AD82E46E71E2" ma:contentTypeVersion="19" ma:contentTypeDescription="Create a new document." ma:contentTypeScope="" ma:versionID="46e23f2f46eb5398c0df77bddb6b4c24">
  <xsd:schema xmlns:xsd="http://www.w3.org/2001/XMLSchema" xmlns:xs="http://www.w3.org/2001/XMLSchema" xmlns:p="http://schemas.microsoft.com/office/2006/metadata/properties" xmlns:ns2="f05a975e-383b-436f-948a-d52c1d985cfd" xmlns:ns3="db44b47a-8072-4951-bfca-33e22eb2e439" targetNamespace="http://schemas.microsoft.com/office/2006/metadata/properties" ma:root="true" ma:fieldsID="0ab3956a7a9fd5ca1c3ae8b87376bff4" ns2:_="" ns3:_="">
    <xsd:import namespace="f05a975e-383b-436f-948a-d52c1d985cfd"/>
    <xsd:import namespace="db44b47a-8072-4951-bfca-33e22eb2e4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a975e-383b-436f-948a-d52c1d985c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0b2ab70-381d-4de1-873d-678182fc59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44b47a-8072-4951-bfca-33e22eb2e439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5b72618-d285-46db-96f3-9c8df3dff5a5}" ma:internalName="TaxCatchAll" ma:showField="CatchAllData" ma:web="db44b47a-8072-4951-bfca-33e22eb2e4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44b47a-8072-4951-bfca-33e22eb2e439" xsi:nil="true"/>
    <lcf76f155ced4ddcb4097134ff3c332f xmlns="f05a975e-383b-436f-948a-d52c1d985cf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0FF37D-640A-4E40-9B69-5785FF8007FA}"/>
</file>

<file path=customXml/itemProps2.xml><?xml version="1.0" encoding="utf-8"?>
<ds:datastoreItem xmlns:ds="http://schemas.openxmlformats.org/officeDocument/2006/customXml" ds:itemID="{6AC45E4C-BFF5-482E-B105-BB617F2EF347}">
  <ds:schemaRefs>
    <ds:schemaRef ds:uri="http://schemas.microsoft.com/office/2006/metadata/properties"/>
    <ds:schemaRef ds:uri="http://schemas.microsoft.com/office/infopath/2007/PartnerControls"/>
    <ds:schemaRef ds:uri="fd8e676d-736a-4a32-819a-2ea45dd577a4"/>
  </ds:schemaRefs>
</ds:datastoreItem>
</file>

<file path=customXml/itemProps3.xml><?xml version="1.0" encoding="utf-8"?>
<ds:datastoreItem xmlns:ds="http://schemas.openxmlformats.org/officeDocument/2006/customXml" ds:itemID="{9DAD611F-CBD7-464A-AC9D-9886A78FBD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9029</TotalTime>
  <Words>872</Words>
  <Application>Microsoft Office PowerPoint</Application>
  <PresentationFormat>宽屏</PresentationFormat>
  <Paragraphs>344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-apple-system</vt:lpstr>
      <vt:lpstr>等线</vt:lpstr>
      <vt:lpstr>等线 Light</vt:lpstr>
      <vt:lpstr>微软雅黑</vt:lpstr>
      <vt:lpstr>Arial</vt:lpstr>
      <vt:lpstr>Calibri</vt:lpstr>
      <vt:lpstr>Cambria Math</vt:lpstr>
      <vt:lpstr>Wingdings</vt:lpstr>
      <vt:lpstr>Lenovo Master</vt:lpstr>
      <vt:lpstr>Office 主题​​</vt:lpstr>
      <vt:lpstr>1_Lenovo Master</vt:lpstr>
      <vt:lpstr>A brief introduction of LP </vt:lpstr>
      <vt:lpstr>PowerPoint 演示文稿</vt:lpstr>
      <vt:lpstr>MIP: Definition</vt:lpstr>
      <vt:lpstr>What is Liner Programming </vt:lpstr>
      <vt:lpstr>History of Liner Programming </vt:lpstr>
      <vt:lpstr>How to solve an LP problem</vt:lpstr>
      <vt:lpstr>How to solve an LP problem</vt:lpstr>
      <vt:lpstr>How to test an LP solver</vt:lpstr>
      <vt:lpstr>How to test an LP solver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Solver(MIP) Competitor Comparison</dc:title>
  <dc:creator>Tao Tao21 Liu</dc:creator>
  <cp:lastModifiedBy>肖 玉超</cp:lastModifiedBy>
  <cp:revision>772</cp:revision>
  <dcterms:created xsi:type="dcterms:W3CDTF">2020-12-02T17:33:18Z</dcterms:created>
  <dcterms:modified xsi:type="dcterms:W3CDTF">2022-06-22T14:26:51Z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0x010100C0FC5C1A49D4C946BCB0AD82E46E71E2</vt:lpwstr>
  </property>
  <property fmtid="{D5CDD505-2E9C-101B-9397-08002B2CF9AE}" pid="3" name="MediaServiceImageTags">
    <vt:lpwstr/>
  </property>
</Properties>
</file>