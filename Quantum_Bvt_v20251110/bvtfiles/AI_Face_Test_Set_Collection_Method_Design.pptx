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handoutMasterIdLst>
    <p:handoutMasterId r:id="rId9"/>
  </p:handoutMasterIdLst>
  <p:sldIdLst>
    <p:sldId id="314" r:id="rId5"/>
    <p:sldId id="330" r:id="rId6"/>
    <p:sldId id="277" r:id="rId7"/>
  </p:sldIdLst>
  <p:sldSz cx="12188825" cy="6858000"/>
  <p:notesSz cx="6858000" cy="9144000"/>
  <p:defaultTextStyle>
    <a:defPPr>
      <a:defRPr lang="en-US"/>
    </a:defPPr>
    <a:lvl1pPr marL="0" algn="l" defTabSz="1218912" rtl="0" eaLnBrk="1" latinLnBrk="0" hangingPunct="1">
      <a:defRPr sz="2400" kern="1200">
        <a:solidFill>
          <a:schemeClr val="tx1"/>
        </a:solidFill>
        <a:latin typeface="+mn-lt"/>
        <a:ea typeface="+mn-ea"/>
        <a:cs typeface="+mn-cs"/>
      </a:defRPr>
    </a:lvl1pPr>
    <a:lvl2pPr marL="609455" algn="l" defTabSz="1218912" rtl="0" eaLnBrk="1" latinLnBrk="0" hangingPunct="1">
      <a:defRPr sz="2400" kern="1200">
        <a:solidFill>
          <a:schemeClr val="tx1"/>
        </a:solidFill>
        <a:latin typeface="+mn-lt"/>
        <a:ea typeface="+mn-ea"/>
        <a:cs typeface="+mn-cs"/>
      </a:defRPr>
    </a:lvl2pPr>
    <a:lvl3pPr marL="1218912" algn="l" defTabSz="1218912" rtl="0" eaLnBrk="1" latinLnBrk="0" hangingPunct="1">
      <a:defRPr sz="2400" kern="1200">
        <a:solidFill>
          <a:schemeClr val="tx1"/>
        </a:solidFill>
        <a:latin typeface="+mn-lt"/>
        <a:ea typeface="+mn-ea"/>
        <a:cs typeface="+mn-cs"/>
      </a:defRPr>
    </a:lvl3pPr>
    <a:lvl4pPr marL="1828366" algn="l" defTabSz="1218912" rtl="0" eaLnBrk="1" latinLnBrk="0" hangingPunct="1">
      <a:defRPr sz="2400" kern="1200">
        <a:solidFill>
          <a:schemeClr val="tx1"/>
        </a:solidFill>
        <a:latin typeface="+mn-lt"/>
        <a:ea typeface="+mn-ea"/>
        <a:cs typeface="+mn-cs"/>
      </a:defRPr>
    </a:lvl4pPr>
    <a:lvl5pPr marL="2437822" algn="l" defTabSz="1218912" rtl="0" eaLnBrk="1" latinLnBrk="0" hangingPunct="1">
      <a:defRPr sz="2400" kern="1200">
        <a:solidFill>
          <a:schemeClr val="tx1"/>
        </a:solidFill>
        <a:latin typeface="+mn-lt"/>
        <a:ea typeface="+mn-ea"/>
        <a:cs typeface="+mn-cs"/>
      </a:defRPr>
    </a:lvl5pPr>
    <a:lvl6pPr marL="3047278" algn="l" defTabSz="1218912" rtl="0" eaLnBrk="1" latinLnBrk="0" hangingPunct="1">
      <a:defRPr sz="2400" kern="1200">
        <a:solidFill>
          <a:schemeClr val="tx1"/>
        </a:solidFill>
        <a:latin typeface="+mn-lt"/>
        <a:ea typeface="+mn-ea"/>
        <a:cs typeface="+mn-cs"/>
      </a:defRPr>
    </a:lvl6pPr>
    <a:lvl7pPr marL="3656734" algn="l" defTabSz="1218912" rtl="0" eaLnBrk="1" latinLnBrk="0" hangingPunct="1">
      <a:defRPr sz="2400" kern="1200">
        <a:solidFill>
          <a:schemeClr val="tx1"/>
        </a:solidFill>
        <a:latin typeface="+mn-lt"/>
        <a:ea typeface="+mn-ea"/>
        <a:cs typeface="+mn-cs"/>
      </a:defRPr>
    </a:lvl7pPr>
    <a:lvl8pPr marL="4266188" algn="l" defTabSz="1218912" rtl="0" eaLnBrk="1" latinLnBrk="0" hangingPunct="1">
      <a:defRPr sz="2400" kern="1200">
        <a:solidFill>
          <a:schemeClr val="tx1"/>
        </a:solidFill>
        <a:latin typeface="+mn-lt"/>
        <a:ea typeface="+mn-ea"/>
        <a:cs typeface="+mn-cs"/>
      </a:defRPr>
    </a:lvl8pPr>
    <a:lvl9pPr marL="4875645" algn="l" defTabSz="1218912"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 userDrawn="1">
          <p15:clr>
            <a:srgbClr val="A4A3A4"/>
          </p15:clr>
        </p15:guide>
        <p15:guide id="2" orient="horz" pos="4212" userDrawn="1">
          <p15:clr>
            <a:srgbClr val="A4A3A4"/>
          </p15:clr>
        </p15:guide>
        <p15:guide id="3" orient="horz" pos="3887" userDrawn="1">
          <p15:clr>
            <a:srgbClr val="A4A3A4"/>
          </p15:clr>
        </p15:guide>
        <p15:guide id="4" pos="3943" userDrawn="1">
          <p15:clr>
            <a:srgbClr val="A4A3A4"/>
          </p15:clr>
        </p15:guide>
        <p15:guide id="5" pos="2279" userDrawn="1">
          <p15:clr>
            <a:srgbClr val="A4A3A4"/>
          </p15:clr>
        </p15:guide>
        <p15:guide id="6" pos="5452"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7E7"/>
    <a:srgbClr val="6378BA"/>
    <a:srgbClr val="64B951"/>
    <a:srgbClr val="47B98E"/>
    <a:srgbClr val="4C8AC8"/>
    <a:srgbClr val="7C55A3"/>
    <a:srgbClr val="6360A8"/>
    <a:srgbClr val="822562"/>
    <a:srgbClr val="89529C"/>
    <a:srgbClr val="E14B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222" autoAdjust="0"/>
    <p:restoredTop sz="95238" autoAdjust="0"/>
  </p:normalViewPr>
  <p:slideViewPr>
    <p:cSldViewPr snapToGrid="0" snapToObjects="1">
      <p:cViewPr varScale="1">
        <p:scale>
          <a:sx n="92" d="100"/>
          <a:sy n="92" d="100"/>
        </p:scale>
        <p:origin x="429" y="42"/>
      </p:cViewPr>
      <p:guideLst>
        <p:guide orient="horz" pos="463"/>
        <p:guide orient="horz" pos="4212"/>
        <p:guide orient="horz" pos="3887"/>
        <p:guide pos="3943"/>
        <p:guide pos="2279"/>
        <p:guide pos="5452"/>
      </p:guideLst>
    </p:cSldViewPr>
  </p:slideViewPr>
  <p:notesTextViewPr>
    <p:cViewPr>
      <p:scale>
        <a:sx n="1" d="1"/>
        <a:sy n="1" d="1"/>
      </p:scale>
      <p:origin x="0" y="0"/>
    </p:cViewPr>
  </p:notesTextViewPr>
  <p:sorterViewPr>
    <p:cViewPr>
      <p:scale>
        <a:sx n="100" d="100"/>
        <a:sy n="100" d="100"/>
      </p:scale>
      <p:origin x="0" y="-1834"/>
    </p:cViewPr>
  </p:sorterViewPr>
  <p:notesViewPr>
    <p:cSldViewPr snapToGrid="0" snapToObjects="1">
      <p:cViewPr varScale="1">
        <p:scale>
          <a:sx n="86" d="100"/>
          <a:sy n="86" d="100"/>
        </p:scale>
        <p:origin x="378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sz="1000" dirty="0">
              <a:latin typeface="Arial" pitchFamily="34" charset="0"/>
              <a:cs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1C0EDC-3B04-4D43-AC98-A606493C474D}" type="datetimeFigureOut">
              <a:rPr lang="en-US" sz="1000" smtClean="0">
                <a:latin typeface="Arial" pitchFamily="34" charset="0"/>
                <a:cs typeface="Arial" pitchFamily="34" charset="0"/>
              </a:rPr>
              <a:pPr/>
              <a:t>6/24/2022</a:t>
            </a:fld>
            <a:endParaRPr lang="en-US" sz="1000" dirty="0">
              <a:latin typeface="Arial" pitchFamily="34" charset="0"/>
              <a:cs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lvl="0"/>
            <a:r>
              <a:rPr lang="en-US" sz="800" cap="all" dirty="0">
                <a:solidFill>
                  <a:srgbClr val="939598"/>
                </a:solidFill>
                <a:latin typeface="Arial" pitchFamily="34" charset="0"/>
                <a:cs typeface="Arial" pitchFamily="34" charset="0"/>
              </a:rPr>
              <a:t>2011 LENOVO CONFIDENTIAL. All rights reserved.</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27F3538-DD9D-4F25-8311-592750C50641}" type="slidenum">
              <a:rPr lang="en-US" sz="800" smtClean="0">
                <a:latin typeface="Arial" pitchFamily="34" charset="0"/>
                <a:cs typeface="Arial" pitchFamily="34" charset="0"/>
              </a:rPr>
              <a:pPr/>
              <a:t>‹#›</a:t>
            </a:fld>
            <a:endParaRPr lang="en-US" sz="800" dirty="0">
              <a:latin typeface="Arial" pitchFamily="34" charset="0"/>
              <a:cs typeface="Arial" pitchFamily="34" charset="0"/>
            </a:endParaRPr>
          </a:p>
        </p:txBody>
      </p:sp>
    </p:spTree>
    <p:extLst>
      <p:ext uri="{BB962C8B-B14F-4D97-AF65-F5344CB8AC3E}">
        <p14:creationId xmlns:p14="http://schemas.microsoft.com/office/powerpoint/2010/main" val="252915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Arial" pitchFamily="34" charset="0"/>
                <a:cs typeface="Arial"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Arial" pitchFamily="34" charset="0"/>
                <a:cs typeface="Arial" pitchFamily="34" charset="0"/>
              </a:defRPr>
            </a:lvl1pPr>
          </a:lstStyle>
          <a:p>
            <a:fld id="{F23CF275-28B3-497F-9AED-85D5F023BA5C}" type="datetimeFigureOut">
              <a:rPr lang="en-US" smtClean="0"/>
              <a:pPr/>
              <a:t>6/24/2022</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Arial" pitchFamily="34" charset="0"/>
                <a:cs typeface="Arial" pitchFamily="34" charset="0"/>
              </a:defRPr>
            </a:lvl1pPr>
          </a:lstStyle>
          <a:p>
            <a:r>
              <a:rPr lang="en-US" sz="800" cap="all" dirty="0">
                <a:solidFill>
                  <a:srgbClr val="939598"/>
                </a:solidFill>
              </a:rPr>
              <a:t>2011 LENOVO CONFIDENTIAL. All rights reserved.</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4AED87EB-65D7-4500-873C-410831173A82}" type="slidenum">
              <a:rPr lang="en-US" smtClean="0"/>
              <a:pPr/>
              <a:t>‹#›</a:t>
            </a:fld>
            <a:endParaRPr lang="en-US" dirty="0"/>
          </a:p>
        </p:txBody>
      </p:sp>
    </p:spTree>
    <p:extLst>
      <p:ext uri="{BB962C8B-B14F-4D97-AF65-F5344CB8AC3E}">
        <p14:creationId xmlns:p14="http://schemas.microsoft.com/office/powerpoint/2010/main" val="369331368"/>
      </p:ext>
    </p:extLst>
  </p:cSld>
  <p:clrMap bg1="lt1" tx1="dk1" bg2="lt2" tx2="dk2" accent1="accent1" accent2="accent2" accent3="accent3" accent4="accent4" accent5="accent5" accent6="accent6" hlink="hlink" folHlink="folHlink"/>
  <p:hf hdr="0" ftr="0" dt="0"/>
  <p:notesStyle>
    <a:lvl1pPr marL="0" algn="l" defTabSz="1218912" rtl="0" eaLnBrk="1" latinLnBrk="0" hangingPunct="1">
      <a:defRPr sz="1600" kern="1200">
        <a:solidFill>
          <a:schemeClr val="tx1"/>
        </a:solidFill>
        <a:latin typeface="+mn-lt"/>
        <a:ea typeface="+mn-ea"/>
        <a:cs typeface="+mn-cs"/>
      </a:defRPr>
    </a:lvl1pPr>
    <a:lvl2pPr marL="609455" algn="l" defTabSz="1218912" rtl="0" eaLnBrk="1" latinLnBrk="0" hangingPunct="1">
      <a:defRPr sz="1600" kern="1200">
        <a:solidFill>
          <a:schemeClr val="tx1"/>
        </a:solidFill>
        <a:latin typeface="+mn-lt"/>
        <a:ea typeface="+mn-ea"/>
        <a:cs typeface="+mn-cs"/>
      </a:defRPr>
    </a:lvl2pPr>
    <a:lvl3pPr marL="1218912" algn="l" defTabSz="1218912" rtl="0" eaLnBrk="1" latinLnBrk="0" hangingPunct="1">
      <a:defRPr sz="1600" kern="1200">
        <a:solidFill>
          <a:schemeClr val="tx1"/>
        </a:solidFill>
        <a:latin typeface="+mn-lt"/>
        <a:ea typeface="+mn-ea"/>
        <a:cs typeface="+mn-cs"/>
      </a:defRPr>
    </a:lvl3pPr>
    <a:lvl4pPr marL="1828366" algn="l" defTabSz="1218912" rtl="0" eaLnBrk="1" latinLnBrk="0" hangingPunct="1">
      <a:defRPr sz="1600" kern="1200">
        <a:solidFill>
          <a:schemeClr val="tx1"/>
        </a:solidFill>
        <a:latin typeface="+mn-lt"/>
        <a:ea typeface="+mn-ea"/>
        <a:cs typeface="+mn-cs"/>
      </a:defRPr>
    </a:lvl4pPr>
    <a:lvl5pPr marL="2437822" algn="l" defTabSz="1218912" rtl="0" eaLnBrk="1" latinLnBrk="0" hangingPunct="1">
      <a:defRPr sz="1600" kern="1200">
        <a:solidFill>
          <a:schemeClr val="tx1"/>
        </a:solidFill>
        <a:latin typeface="+mn-lt"/>
        <a:ea typeface="+mn-ea"/>
        <a:cs typeface="+mn-cs"/>
      </a:defRPr>
    </a:lvl5pPr>
    <a:lvl6pPr marL="3047278" algn="l" defTabSz="1218912" rtl="0" eaLnBrk="1" latinLnBrk="0" hangingPunct="1">
      <a:defRPr sz="1600" kern="1200">
        <a:solidFill>
          <a:schemeClr val="tx1"/>
        </a:solidFill>
        <a:latin typeface="+mn-lt"/>
        <a:ea typeface="+mn-ea"/>
        <a:cs typeface="+mn-cs"/>
      </a:defRPr>
    </a:lvl6pPr>
    <a:lvl7pPr marL="3656734" algn="l" defTabSz="1218912" rtl="0" eaLnBrk="1" latinLnBrk="0" hangingPunct="1">
      <a:defRPr sz="1600" kern="1200">
        <a:solidFill>
          <a:schemeClr val="tx1"/>
        </a:solidFill>
        <a:latin typeface="+mn-lt"/>
        <a:ea typeface="+mn-ea"/>
        <a:cs typeface="+mn-cs"/>
      </a:defRPr>
    </a:lvl7pPr>
    <a:lvl8pPr marL="4266188" algn="l" defTabSz="1218912" rtl="0" eaLnBrk="1" latinLnBrk="0" hangingPunct="1">
      <a:defRPr sz="1600" kern="1200">
        <a:solidFill>
          <a:schemeClr val="tx1"/>
        </a:solidFill>
        <a:latin typeface="+mn-lt"/>
        <a:ea typeface="+mn-ea"/>
        <a:cs typeface="+mn-cs"/>
      </a:defRPr>
    </a:lvl8pPr>
    <a:lvl9pPr marL="4875645" algn="l" defTabSz="1218912"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AED87EB-65D7-4500-873C-410831173A82}" type="slidenum">
              <a:rPr lang="en-US" smtClean="0"/>
              <a:pPr/>
              <a:t>1</a:t>
            </a:fld>
            <a:endParaRPr lang="en-US" dirty="0"/>
          </a:p>
        </p:txBody>
      </p:sp>
    </p:spTree>
    <p:extLst>
      <p:ext uri="{BB962C8B-B14F-4D97-AF65-F5344CB8AC3E}">
        <p14:creationId xmlns:p14="http://schemas.microsoft.com/office/powerpoint/2010/main" val="1849109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4AED87EB-65D7-4500-873C-410831173A82}" type="slidenum">
              <a:rPr kumimoji="0" lang="en-US" sz="800" b="0" i="0" u="none" strike="noStrike" kern="1200" cap="none" spc="0" normalizeH="0" baseline="0" noProof="0" smtClean="0">
                <a:ln>
                  <a:noFill/>
                </a:ln>
                <a:solidFill>
                  <a:prstClr val="black"/>
                </a:solidFill>
                <a:effectLst/>
                <a:uLnTx/>
                <a:uFillTx/>
                <a:latin typeface="Arial" pitchFamily="34" charset="0"/>
                <a:ea typeface="+mn-ea"/>
                <a:cs typeface="Arial" pitchFamily="34" charset="0"/>
              </a:rPr>
              <a:pPr marL="0" marR="0" lvl="0" indent="0" algn="r" defTabSz="1218987"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605241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White">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548640" y="1685684"/>
            <a:ext cx="9960236" cy="2894768"/>
          </a:xfrm>
          <a:prstGeom prst="rect">
            <a:avLst/>
          </a:prstGeom>
        </p:spPr>
        <p:txBody>
          <a:bodyPr wrap="square" lIns="0" tIns="0" rIns="121899" bIns="0" anchor="b" anchorCtr="0"/>
          <a:lstStyle>
            <a:lvl1pPr marL="0" algn="l" defTabSz="1218833" rtl="0" eaLnBrk="1" latinLnBrk="0" hangingPunct="1">
              <a:lnSpc>
                <a:spcPts val="6800"/>
              </a:lnSpc>
              <a:spcBef>
                <a:spcPct val="0"/>
              </a:spcBef>
              <a:buNone/>
              <a:defRPr lang="en-US" sz="7998" b="1" kern="1200" cap="none" spc="-150" baseline="0" dirty="0">
                <a:solidFill>
                  <a:schemeClr val="tx1"/>
                </a:solidFill>
                <a:latin typeface="Arial" pitchFamily="34" charset="0"/>
                <a:ea typeface="+mn-ea"/>
                <a:cs typeface="Arial" pitchFamily="34" charset="0"/>
              </a:defRPr>
            </a:lvl1pPr>
          </a:lstStyle>
          <a:p>
            <a:r>
              <a:rPr lang="en-US" dirty="0"/>
              <a:t>Presentation</a:t>
            </a:r>
            <a:br>
              <a:rPr lang="en-US" dirty="0"/>
            </a:br>
            <a:r>
              <a:rPr lang="en-US" dirty="0"/>
              <a:t>title here</a:t>
            </a:r>
            <a:br>
              <a:rPr lang="en-US" dirty="0"/>
            </a:br>
            <a:r>
              <a:rPr lang="en-US" dirty="0"/>
              <a:t>three lines</a:t>
            </a:r>
          </a:p>
        </p:txBody>
      </p:sp>
      <p:sp>
        <p:nvSpPr>
          <p:cNvPr id="55" name="Subtitle 2"/>
          <p:cNvSpPr>
            <a:spLocks noGrp="1"/>
          </p:cNvSpPr>
          <p:nvPr userDrawn="1">
            <p:ph type="subTitle" idx="1" hasCustomPrompt="1"/>
          </p:nvPr>
        </p:nvSpPr>
        <p:spPr bwMode="gray">
          <a:xfrm>
            <a:off x="548640" y="4715116"/>
            <a:ext cx="9949796" cy="457200"/>
          </a:xfrm>
          <a:prstGeom prst="rect">
            <a:avLst/>
          </a:prstGeom>
        </p:spPr>
        <p:txBody>
          <a:bodyPr lIns="0" tIns="0" rIns="0" bIns="0" anchor="b" anchorCtr="0"/>
          <a:lstStyle>
            <a:lvl1pPr marL="0" indent="0" algn="l" defTabSz="1218833" rtl="0" eaLnBrk="1" latinLnBrk="0" hangingPunct="1">
              <a:lnSpc>
                <a:spcPct val="90000"/>
              </a:lnSpc>
              <a:spcBef>
                <a:spcPct val="0"/>
              </a:spcBef>
              <a:buNone/>
              <a:defRPr lang="en-US" sz="2600" b="0" kern="1200" cap="none" spc="0" baseline="0" dirty="0">
                <a:solidFill>
                  <a:schemeClr val="tx1"/>
                </a:solidFill>
                <a:latin typeface="Arial" pitchFamily="34" charset="0"/>
                <a:ea typeface="+mn-ea"/>
                <a:cs typeface="Arial" pitchFamily="34" charset="0"/>
              </a:defRPr>
            </a:lvl1pPr>
            <a:lvl2pPr marL="609416" indent="0" algn="ctr">
              <a:buNone/>
              <a:defRPr>
                <a:solidFill>
                  <a:schemeClr val="tx1">
                    <a:tint val="75000"/>
                  </a:schemeClr>
                </a:solidFill>
              </a:defRPr>
            </a:lvl2pPr>
            <a:lvl3pPr marL="1218833" indent="0" algn="ctr">
              <a:buNone/>
              <a:defRPr>
                <a:solidFill>
                  <a:schemeClr val="tx1">
                    <a:tint val="75000"/>
                  </a:schemeClr>
                </a:solidFill>
              </a:defRPr>
            </a:lvl3pPr>
            <a:lvl4pPr marL="1828249" indent="0" algn="ctr">
              <a:buNone/>
              <a:defRPr>
                <a:solidFill>
                  <a:schemeClr val="tx1">
                    <a:tint val="75000"/>
                  </a:schemeClr>
                </a:solidFill>
              </a:defRPr>
            </a:lvl4pPr>
            <a:lvl5pPr marL="2437665" indent="0" algn="ctr">
              <a:buNone/>
              <a:defRPr>
                <a:solidFill>
                  <a:schemeClr val="tx1">
                    <a:tint val="75000"/>
                  </a:schemeClr>
                </a:solidFill>
              </a:defRPr>
            </a:lvl5pPr>
            <a:lvl6pPr marL="3047083" indent="0" algn="ctr">
              <a:buNone/>
              <a:defRPr>
                <a:solidFill>
                  <a:schemeClr val="tx1">
                    <a:tint val="75000"/>
                  </a:schemeClr>
                </a:solidFill>
              </a:defRPr>
            </a:lvl6pPr>
            <a:lvl7pPr marL="3656500" indent="0" algn="ctr">
              <a:buNone/>
              <a:defRPr>
                <a:solidFill>
                  <a:schemeClr val="tx1">
                    <a:tint val="75000"/>
                  </a:schemeClr>
                </a:solidFill>
              </a:defRPr>
            </a:lvl7pPr>
            <a:lvl8pPr marL="4265915" indent="0" algn="ctr">
              <a:buNone/>
              <a:defRPr>
                <a:solidFill>
                  <a:schemeClr val="tx1">
                    <a:tint val="75000"/>
                  </a:schemeClr>
                </a:solidFill>
              </a:defRPr>
            </a:lvl8pPr>
            <a:lvl9pPr marL="4875333" indent="0" algn="ctr">
              <a:buNone/>
              <a:defRPr>
                <a:solidFill>
                  <a:schemeClr val="tx1">
                    <a:tint val="75000"/>
                  </a:schemeClr>
                </a:solidFill>
              </a:defRPr>
            </a:lvl9pPr>
          </a:lstStyle>
          <a:p>
            <a:r>
              <a:rPr lang="en-US" dirty="0"/>
              <a:t>Speaker Name | Date</a:t>
            </a:r>
          </a:p>
        </p:txBody>
      </p:sp>
      <p:grpSp>
        <p:nvGrpSpPr>
          <p:cNvPr id="48" name="Group 47">
            <a:extLst>
              <a:ext uri="{FF2B5EF4-FFF2-40B4-BE49-F238E27FC236}">
                <a16:creationId xmlns:a16="http://schemas.microsoft.com/office/drawing/2014/main" id="{F4B5B53C-9814-4319-B2AA-2C21FFC03C69}"/>
              </a:ext>
            </a:extLst>
          </p:cNvPr>
          <p:cNvGrpSpPr>
            <a:grpSpLocks noChangeAspect="1"/>
          </p:cNvGrpSpPr>
          <p:nvPr userDrawn="1"/>
        </p:nvGrpSpPr>
        <p:grpSpPr>
          <a:xfrm rot="16200000">
            <a:off x="9855468" y="2024680"/>
            <a:ext cx="3499241" cy="1167475"/>
            <a:chOff x="547688" y="952500"/>
            <a:chExt cx="12190413" cy="4067175"/>
          </a:xfrm>
        </p:grpSpPr>
        <p:sp>
          <p:nvSpPr>
            <p:cNvPr id="50" name="Rectangle 49">
              <a:extLst>
                <a:ext uri="{FF2B5EF4-FFF2-40B4-BE49-F238E27FC236}">
                  <a16:creationId xmlns:a16="http://schemas.microsoft.com/office/drawing/2014/main" id="{A86DAFFA-DD2C-4B45-869C-80A8537FFB18}"/>
                </a:ext>
              </a:extLst>
            </p:cNvPr>
            <p:cNvSpPr>
              <a:spLocks noChangeArrowheads="1"/>
            </p:cNvSpPr>
            <p:nvPr userDrawn="1"/>
          </p:nvSpPr>
          <p:spPr bwMode="auto">
            <a:xfrm>
              <a:off x="547688" y="952500"/>
              <a:ext cx="12190413" cy="4067175"/>
            </a:xfrm>
            <a:prstGeom prst="rect">
              <a:avLst/>
            </a:prstGeom>
            <a:gradFill flip="none" rotWithShape="1">
              <a:gsLst>
                <a:gs pos="0">
                  <a:srgbClr val="F2A11F"/>
                </a:gs>
                <a:gs pos="37000">
                  <a:srgbClr val="EC5124"/>
                </a:gs>
                <a:gs pos="79000">
                  <a:srgbClr val="D32A27"/>
                </a:gs>
                <a:gs pos="100000">
                  <a:srgbClr val="7A425E"/>
                </a:gs>
              </a:gsLst>
              <a:lin ang="2400000" scaled="0"/>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1" name="Freeform 7">
              <a:extLst>
                <a:ext uri="{FF2B5EF4-FFF2-40B4-BE49-F238E27FC236}">
                  <a16:creationId xmlns:a16="http://schemas.microsoft.com/office/drawing/2014/main" id="{26F6C622-0F1C-400B-80F7-27499D487BE0}"/>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2" name="Freeform 8">
              <a:extLst>
                <a:ext uri="{FF2B5EF4-FFF2-40B4-BE49-F238E27FC236}">
                  <a16:creationId xmlns:a16="http://schemas.microsoft.com/office/drawing/2014/main" id="{3843D85E-D61D-49D2-8C0B-2814AA27614C}"/>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3" name="Freeform 9">
              <a:extLst>
                <a:ext uri="{FF2B5EF4-FFF2-40B4-BE49-F238E27FC236}">
                  <a16:creationId xmlns:a16="http://schemas.microsoft.com/office/drawing/2014/main" id="{3230BEAE-88C1-454A-9CCC-1D4B1775E57B}"/>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4" name="Freeform 10">
              <a:extLst>
                <a:ext uri="{FF2B5EF4-FFF2-40B4-BE49-F238E27FC236}">
                  <a16:creationId xmlns:a16="http://schemas.microsoft.com/office/drawing/2014/main" id="{051B78A0-6BF0-417B-86F2-F30C15214E88}"/>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7" name="Freeform 10">
              <a:extLst>
                <a:ext uri="{FF2B5EF4-FFF2-40B4-BE49-F238E27FC236}">
                  <a16:creationId xmlns:a16="http://schemas.microsoft.com/office/drawing/2014/main" id="{DC72F71B-EE86-4EF7-B865-447B4ED71B2C}"/>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8" name="Freeform 11">
              <a:extLst>
                <a:ext uri="{FF2B5EF4-FFF2-40B4-BE49-F238E27FC236}">
                  <a16:creationId xmlns:a16="http://schemas.microsoft.com/office/drawing/2014/main" id="{A3EC0C04-B0DD-4A32-813E-011A695342FF}"/>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63" name="Freeform 5">
            <a:extLst>
              <a:ext uri="{FF2B5EF4-FFF2-40B4-BE49-F238E27FC236}">
                <a16:creationId xmlns:a16="http://schemas.microsoft.com/office/drawing/2014/main" id="{433BBA68-D2F6-45DA-B6D3-4CBDACC1E270}"/>
              </a:ext>
            </a:extLst>
          </p:cNvPr>
          <p:cNvSpPr>
            <a:spLocks noChangeAspect="1" noEditPoints="1"/>
          </p:cNvSpPr>
          <p:nvPr userDrawn="1"/>
        </p:nvSpPr>
        <p:spPr bwMode="auto">
          <a:xfrm>
            <a:off x="548642" y="858794"/>
            <a:ext cx="3941064"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gradFill>
            <a:gsLst>
              <a:gs pos="100000">
                <a:srgbClr val="F15F22"/>
              </a:gs>
              <a:gs pos="54000">
                <a:srgbClr val="F06422"/>
              </a:gs>
              <a:gs pos="76000">
                <a:srgbClr val="E32526"/>
              </a:gs>
              <a:gs pos="0">
                <a:srgbClr val="E32F2A"/>
              </a:gs>
              <a:gs pos="26000">
                <a:srgbClr val="A32022"/>
              </a:gs>
            </a:gsLst>
            <a:lin ang="2400000" scaled="0"/>
          </a:gradFill>
          <a:ln>
            <a:noFill/>
          </a:ln>
        </p:spPr>
        <p:txBody>
          <a:bodyPr vert="horz" wrap="square" lIns="91440" tIns="45720" rIns="91440" bIns="45720" numCol="1" anchor="t" anchorCtr="0" compatLnSpc="1">
            <a:prstTxWarp prst="textNoShape">
              <a:avLst/>
            </a:prstTxWarp>
          </a:bodyPr>
          <a:lstStyle/>
          <a:p>
            <a:endParaRPr lang="en-US" sz="2400"/>
          </a:p>
        </p:txBody>
      </p:sp>
      <p:sp>
        <p:nvSpPr>
          <p:cNvPr id="14" name="TextBox 1">
            <a:extLst>
              <a:ext uri="{FF2B5EF4-FFF2-40B4-BE49-F238E27FC236}">
                <a16:creationId xmlns:a16="http://schemas.microsoft.com/office/drawing/2014/main" id="{C88C4DEF-CDAB-4FE0-8887-E717C4D6C21B}"/>
              </a:ext>
            </a:extLst>
          </p:cNvPr>
          <p:cNvSpPr txBox="1"/>
          <p:nvPr userDrawn="1"/>
        </p:nvSpPr>
        <p:spPr>
          <a:xfrm>
            <a:off x="548640" y="6488381"/>
            <a:ext cx="4114800" cy="153888"/>
          </a:xfrm>
          <a:prstGeom prst="rect">
            <a:avLst/>
          </a:prstGeom>
          <a:noFill/>
        </p:spPr>
        <p:txBody>
          <a:bodyPr wrap="square" lIns="0" tIns="0" rIns="0" bIns="0" rtlCol="0">
            <a:spAutoFit/>
          </a:bodyPr>
          <a:lstStyle/>
          <a:p>
            <a:r>
              <a:rPr lang="en-US" sz="1000" dirty="0">
                <a:latin typeface="Arial" pitchFamily="34" charset="0"/>
                <a:cs typeface="Arial" pitchFamily="34" charset="0"/>
              </a:rPr>
              <a:t>2022 Lenovo Internal. All rights reserved.</a:t>
            </a:r>
          </a:p>
        </p:txBody>
      </p:sp>
    </p:spTree>
    <p:extLst>
      <p:ext uri="{BB962C8B-B14F-4D97-AF65-F5344CB8AC3E}">
        <p14:creationId xmlns:p14="http://schemas.microsoft.com/office/powerpoint/2010/main" val="1049887607"/>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Black">
    <p:bg>
      <p:bgPr>
        <a:solidFill>
          <a:schemeClr val="tx1"/>
        </a:solidFill>
        <a:effectLst/>
      </p:bgPr>
    </p:bg>
    <p:spTree>
      <p:nvGrpSpPr>
        <p:cNvPr id="1" name=""/>
        <p:cNvGrpSpPr/>
        <p:nvPr/>
      </p:nvGrpSpPr>
      <p:grpSpPr>
        <a:xfrm>
          <a:off x="0" y="0"/>
          <a:ext cx="0" cy="0"/>
          <a:chOff x="0" y="0"/>
          <a:chExt cx="0" cy="0"/>
        </a:xfrm>
      </p:grpSpPr>
      <p:sp>
        <p:nvSpPr>
          <p:cNvPr id="56" name="Title 16"/>
          <p:cNvSpPr>
            <a:spLocks noGrp="1"/>
          </p:cNvSpPr>
          <p:nvPr userDrawn="1">
            <p:ph type="title" hasCustomPrompt="1"/>
          </p:nvPr>
        </p:nvSpPr>
        <p:spPr bwMode="gray">
          <a:xfrm>
            <a:off x="548640" y="1682496"/>
            <a:ext cx="9960236" cy="2898648"/>
          </a:xfrm>
          <a:prstGeom prst="rect">
            <a:avLst/>
          </a:prstGeom>
        </p:spPr>
        <p:txBody>
          <a:bodyPr lIns="0" tIns="0" rIns="121899" bIns="0" anchor="b" anchorCtr="0"/>
          <a:lstStyle>
            <a:lvl1pPr marL="0" algn="l" defTabSz="1218833" rtl="0" eaLnBrk="1" latinLnBrk="0" hangingPunct="1">
              <a:lnSpc>
                <a:spcPts val="6800"/>
              </a:lnSpc>
              <a:spcBef>
                <a:spcPct val="0"/>
              </a:spcBef>
              <a:buNone/>
              <a:defRPr lang="en-US" sz="7998" b="1" kern="1200" cap="none" spc="-150" baseline="0" dirty="0">
                <a:solidFill>
                  <a:schemeClr val="bg1"/>
                </a:solidFill>
                <a:latin typeface="Arial" pitchFamily="34" charset="0"/>
                <a:ea typeface="+mn-ea"/>
                <a:cs typeface="Arial" pitchFamily="34" charset="0"/>
              </a:defRPr>
            </a:lvl1pPr>
          </a:lstStyle>
          <a:p>
            <a:r>
              <a:rPr lang="en-US" dirty="0"/>
              <a:t>Presentation</a:t>
            </a:r>
            <a:br>
              <a:rPr lang="en-US" dirty="0"/>
            </a:br>
            <a:r>
              <a:rPr lang="en-US" dirty="0"/>
              <a:t>title here</a:t>
            </a:r>
            <a:br>
              <a:rPr lang="en-US" dirty="0"/>
            </a:br>
            <a:r>
              <a:rPr lang="en-US" dirty="0"/>
              <a:t>three lines</a:t>
            </a:r>
          </a:p>
        </p:txBody>
      </p:sp>
      <p:sp>
        <p:nvSpPr>
          <p:cNvPr id="55" name="Subtitle 2"/>
          <p:cNvSpPr>
            <a:spLocks noGrp="1"/>
          </p:cNvSpPr>
          <p:nvPr userDrawn="1">
            <p:ph type="subTitle" idx="1" hasCustomPrompt="1"/>
          </p:nvPr>
        </p:nvSpPr>
        <p:spPr bwMode="gray">
          <a:xfrm>
            <a:off x="548640" y="4718304"/>
            <a:ext cx="9949796" cy="457200"/>
          </a:xfrm>
          <a:prstGeom prst="rect">
            <a:avLst/>
          </a:prstGeom>
        </p:spPr>
        <p:txBody>
          <a:bodyPr lIns="0" tIns="0" rIns="0" bIns="0" anchor="b" anchorCtr="0"/>
          <a:lstStyle>
            <a:lvl1pPr marL="0" indent="0" algn="l" defTabSz="1218833" rtl="0" eaLnBrk="1" latinLnBrk="0" hangingPunct="1">
              <a:lnSpc>
                <a:spcPct val="90000"/>
              </a:lnSpc>
              <a:spcBef>
                <a:spcPct val="0"/>
              </a:spcBef>
              <a:buNone/>
              <a:defRPr lang="en-US" sz="2600" b="0" kern="1200" cap="none" spc="0" baseline="0" dirty="0">
                <a:solidFill>
                  <a:schemeClr val="bg1"/>
                </a:solidFill>
                <a:latin typeface="Arial" pitchFamily="34" charset="0"/>
                <a:ea typeface="+mn-ea"/>
                <a:cs typeface="Arial" pitchFamily="34" charset="0"/>
              </a:defRPr>
            </a:lvl1pPr>
            <a:lvl2pPr marL="609416" indent="0" algn="ctr">
              <a:buNone/>
              <a:defRPr>
                <a:solidFill>
                  <a:schemeClr val="tx1">
                    <a:tint val="75000"/>
                  </a:schemeClr>
                </a:solidFill>
              </a:defRPr>
            </a:lvl2pPr>
            <a:lvl3pPr marL="1218833" indent="0" algn="ctr">
              <a:buNone/>
              <a:defRPr>
                <a:solidFill>
                  <a:schemeClr val="tx1">
                    <a:tint val="75000"/>
                  </a:schemeClr>
                </a:solidFill>
              </a:defRPr>
            </a:lvl3pPr>
            <a:lvl4pPr marL="1828249" indent="0" algn="ctr">
              <a:buNone/>
              <a:defRPr>
                <a:solidFill>
                  <a:schemeClr val="tx1">
                    <a:tint val="75000"/>
                  </a:schemeClr>
                </a:solidFill>
              </a:defRPr>
            </a:lvl4pPr>
            <a:lvl5pPr marL="2437665" indent="0" algn="ctr">
              <a:buNone/>
              <a:defRPr>
                <a:solidFill>
                  <a:schemeClr val="tx1">
                    <a:tint val="75000"/>
                  </a:schemeClr>
                </a:solidFill>
              </a:defRPr>
            </a:lvl5pPr>
            <a:lvl6pPr marL="3047083" indent="0" algn="ctr">
              <a:buNone/>
              <a:defRPr>
                <a:solidFill>
                  <a:schemeClr val="tx1">
                    <a:tint val="75000"/>
                  </a:schemeClr>
                </a:solidFill>
              </a:defRPr>
            </a:lvl6pPr>
            <a:lvl7pPr marL="3656500" indent="0" algn="ctr">
              <a:buNone/>
              <a:defRPr>
                <a:solidFill>
                  <a:schemeClr val="tx1">
                    <a:tint val="75000"/>
                  </a:schemeClr>
                </a:solidFill>
              </a:defRPr>
            </a:lvl7pPr>
            <a:lvl8pPr marL="4265915" indent="0" algn="ctr">
              <a:buNone/>
              <a:defRPr>
                <a:solidFill>
                  <a:schemeClr val="tx1">
                    <a:tint val="75000"/>
                  </a:schemeClr>
                </a:solidFill>
              </a:defRPr>
            </a:lvl8pPr>
            <a:lvl9pPr marL="4875333" indent="0" algn="ctr">
              <a:buNone/>
              <a:defRPr>
                <a:solidFill>
                  <a:schemeClr val="tx1">
                    <a:tint val="75000"/>
                  </a:schemeClr>
                </a:solidFill>
              </a:defRPr>
            </a:lvl9pPr>
          </a:lstStyle>
          <a:p>
            <a:r>
              <a:rPr lang="en-US" dirty="0"/>
              <a:t>Speaker Name | Date</a:t>
            </a:r>
          </a:p>
        </p:txBody>
      </p:sp>
      <p:sp>
        <p:nvSpPr>
          <p:cNvPr id="49" name="TextBox 48"/>
          <p:cNvSpPr txBox="1"/>
          <p:nvPr userDrawn="1"/>
        </p:nvSpPr>
        <p:spPr>
          <a:xfrm>
            <a:off x="548640"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grpSp>
        <p:nvGrpSpPr>
          <p:cNvPr id="48" name="Group 47">
            <a:extLst>
              <a:ext uri="{FF2B5EF4-FFF2-40B4-BE49-F238E27FC236}">
                <a16:creationId xmlns:a16="http://schemas.microsoft.com/office/drawing/2014/main" id="{AE4354B5-047A-475C-B07D-46E2DFF45FA8}"/>
              </a:ext>
            </a:extLst>
          </p:cNvPr>
          <p:cNvGrpSpPr>
            <a:grpSpLocks noChangeAspect="1"/>
          </p:cNvGrpSpPr>
          <p:nvPr userDrawn="1"/>
        </p:nvGrpSpPr>
        <p:grpSpPr>
          <a:xfrm rot="16200000">
            <a:off x="9855468" y="2024680"/>
            <a:ext cx="3499241" cy="1167475"/>
            <a:chOff x="547688" y="952500"/>
            <a:chExt cx="12190413" cy="4067175"/>
          </a:xfrm>
        </p:grpSpPr>
        <p:sp>
          <p:nvSpPr>
            <p:cNvPr id="95" name="Rectangle 94">
              <a:extLst>
                <a:ext uri="{FF2B5EF4-FFF2-40B4-BE49-F238E27FC236}">
                  <a16:creationId xmlns:a16="http://schemas.microsoft.com/office/drawing/2014/main" id="{33F3F616-0187-486C-92AE-8E9BB4F5D864}"/>
                </a:ext>
              </a:extLst>
            </p:cNvPr>
            <p:cNvSpPr>
              <a:spLocks noChangeArrowheads="1"/>
            </p:cNvSpPr>
            <p:nvPr userDrawn="1"/>
          </p:nvSpPr>
          <p:spPr bwMode="auto">
            <a:xfrm>
              <a:off x="547688" y="952500"/>
              <a:ext cx="12190413" cy="4067175"/>
            </a:xfrm>
            <a:prstGeom prst="rect">
              <a:avLst/>
            </a:prstGeom>
            <a:gradFill flip="none" rotWithShape="1">
              <a:gsLst>
                <a:gs pos="0">
                  <a:srgbClr val="F2A11F"/>
                </a:gs>
                <a:gs pos="37000">
                  <a:srgbClr val="EC5124"/>
                </a:gs>
                <a:gs pos="79000">
                  <a:srgbClr val="D32A27"/>
                </a:gs>
                <a:gs pos="100000">
                  <a:srgbClr val="7A425E"/>
                </a:gs>
              </a:gsLst>
              <a:lin ang="2400000" scaled="0"/>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6" name="Freeform 7">
              <a:extLst>
                <a:ext uri="{FF2B5EF4-FFF2-40B4-BE49-F238E27FC236}">
                  <a16:creationId xmlns:a16="http://schemas.microsoft.com/office/drawing/2014/main" id="{39D476EA-97BB-4757-AE8D-46ABA28B5783}"/>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7" name="Freeform 8">
              <a:extLst>
                <a:ext uri="{FF2B5EF4-FFF2-40B4-BE49-F238E27FC236}">
                  <a16:creationId xmlns:a16="http://schemas.microsoft.com/office/drawing/2014/main" id="{83FC1BD3-A3C2-46E0-8E09-0F43D0DB3EE1}"/>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8" name="Freeform 9">
              <a:extLst>
                <a:ext uri="{FF2B5EF4-FFF2-40B4-BE49-F238E27FC236}">
                  <a16:creationId xmlns:a16="http://schemas.microsoft.com/office/drawing/2014/main" id="{B07C1556-FAA5-423D-9C3E-BFD6B99A6BBD}"/>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9" name="Freeform 10">
              <a:extLst>
                <a:ext uri="{FF2B5EF4-FFF2-40B4-BE49-F238E27FC236}">
                  <a16:creationId xmlns:a16="http://schemas.microsoft.com/office/drawing/2014/main" id="{1DB9EF8A-92AF-4FB6-9EB8-BBB43909F2F8}"/>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0" name="Freeform 10">
              <a:extLst>
                <a:ext uri="{FF2B5EF4-FFF2-40B4-BE49-F238E27FC236}">
                  <a16:creationId xmlns:a16="http://schemas.microsoft.com/office/drawing/2014/main" id="{07C51CC9-E5B8-4E20-A914-408659940ABA}"/>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1" name="Freeform 11">
              <a:extLst>
                <a:ext uri="{FF2B5EF4-FFF2-40B4-BE49-F238E27FC236}">
                  <a16:creationId xmlns:a16="http://schemas.microsoft.com/office/drawing/2014/main" id="{B5BD15B5-4CE4-4224-95C9-541647C53947}"/>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102" name="Freeform 5">
            <a:extLst>
              <a:ext uri="{FF2B5EF4-FFF2-40B4-BE49-F238E27FC236}">
                <a16:creationId xmlns:a16="http://schemas.microsoft.com/office/drawing/2014/main" id="{8B5168CF-498E-4EAB-8120-11D6F6835047}"/>
              </a:ext>
            </a:extLst>
          </p:cNvPr>
          <p:cNvSpPr>
            <a:spLocks noChangeAspect="1" noEditPoints="1"/>
          </p:cNvSpPr>
          <p:nvPr userDrawn="1"/>
        </p:nvSpPr>
        <p:spPr bwMode="auto">
          <a:xfrm>
            <a:off x="548642" y="858794"/>
            <a:ext cx="3941064" cy="312470"/>
          </a:xfrm>
          <a:custGeom>
            <a:avLst/>
            <a:gdLst>
              <a:gd name="T0" fmla="*/ 557 w 2065"/>
              <a:gd name="T1" fmla="*/ 102 h 161"/>
              <a:gd name="T2" fmla="*/ 510 w 2065"/>
              <a:gd name="T3" fmla="*/ 76 h 161"/>
              <a:gd name="T4" fmla="*/ 583 w 2065"/>
              <a:gd name="T5" fmla="*/ 36 h 161"/>
              <a:gd name="T6" fmla="*/ 641 w 2065"/>
              <a:gd name="T7" fmla="*/ 34 h 161"/>
              <a:gd name="T8" fmla="*/ 2038 w 2065"/>
              <a:gd name="T9" fmla="*/ 1 h 161"/>
              <a:gd name="T10" fmla="*/ 706 w 2065"/>
              <a:gd name="T11" fmla="*/ 59 h 161"/>
              <a:gd name="T12" fmla="*/ 733 w 2065"/>
              <a:gd name="T13" fmla="*/ 100 h 161"/>
              <a:gd name="T14" fmla="*/ 1999 w 2065"/>
              <a:gd name="T15" fmla="*/ 132 h 161"/>
              <a:gd name="T16" fmla="*/ 760 w 2065"/>
              <a:gd name="T17" fmla="*/ 84 h 161"/>
              <a:gd name="T18" fmla="*/ 787 w 2065"/>
              <a:gd name="T19" fmla="*/ 93 h 161"/>
              <a:gd name="T20" fmla="*/ 828 w 2065"/>
              <a:gd name="T21" fmla="*/ 76 h 161"/>
              <a:gd name="T22" fmla="*/ 133 w 2065"/>
              <a:gd name="T23" fmla="*/ 36 h 161"/>
              <a:gd name="T24" fmla="*/ 166 w 2065"/>
              <a:gd name="T25" fmla="*/ 78 h 161"/>
              <a:gd name="T26" fmla="*/ 225 w 2065"/>
              <a:gd name="T27" fmla="*/ 132 h 161"/>
              <a:gd name="T28" fmla="*/ 32 w 2065"/>
              <a:gd name="T29" fmla="*/ 40 h 161"/>
              <a:gd name="T30" fmla="*/ 5 w 2065"/>
              <a:gd name="T31" fmla="*/ 43 h 161"/>
              <a:gd name="T32" fmla="*/ 0 w 2065"/>
              <a:gd name="T33" fmla="*/ 114 h 161"/>
              <a:gd name="T34" fmla="*/ 266 w 2065"/>
              <a:gd name="T35" fmla="*/ 43 h 161"/>
              <a:gd name="T36" fmla="*/ 258 w 2065"/>
              <a:gd name="T37" fmla="*/ 104 h 161"/>
              <a:gd name="T38" fmla="*/ 347 w 2065"/>
              <a:gd name="T39" fmla="*/ 76 h 161"/>
              <a:gd name="T40" fmla="*/ 285 w 2065"/>
              <a:gd name="T41" fmla="*/ 103 h 161"/>
              <a:gd name="T42" fmla="*/ 429 w 2065"/>
              <a:gd name="T43" fmla="*/ 36 h 161"/>
              <a:gd name="T44" fmla="*/ 479 w 2065"/>
              <a:gd name="T45" fmla="*/ 128 h 161"/>
              <a:gd name="T46" fmla="*/ 479 w 2065"/>
              <a:gd name="T47" fmla="*/ 36 h 161"/>
              <a:gd name="T48" fmla="*/ 354 w 2065"/>
              <a:gd name="T49" fmla="*/ 132 h 161"/>
              <a:gd name="T50" fmla="*/ 382 w 2065"/>
              <a:gd name="T51" fmla="*/ 55 h 161"/>
              <a:gd name="T52" fmla="*/ 1387 w 2065"/>
              <a:gd name="T53" fmla="*/ 84 h 161"/>
              <a:gd name="T54" fmla="*/ 1335 w 2065"/>
              <a:gd name="T55" fmla="*/ 58 h 161"/>
              <a:gd name="T56" fmla="*/ 1834 w 2065"/>
              <a:gd name="T57" fmla="*/ 132 h 161"/>
              <a:gd name="T58" fmla="*/ 1748 w 2065"/>
              <a:gd name="T59" fmla="*/ 34 h 161"/>
              <a:gd name="T60" fmla="*/ 1748 w 2065"/>
              <a:gd name="T61" fmla="*/ 34 h 161"/>
              <a:gd name="T62" fmla="*/ 1773 w 2065"/>
              <a:gd name="T63" fmla="*/ 84 h 161"/>
              <a:gd name="T64" fmla="*/ 1465 w 2065"/>
              <a:gd name="T65" fmla="*/ 109 h 161"/>
              <a:gd name="T66" fmla="*/ 1480 w 2065"/>
              <a:gd name="T67" fmla="*/ 148 h 161"/>
              <a:gd name="T68" fmla="*/ 1442 w 2065"/>
              <a:gd name="T69" fmla="*/ 102 h 161"/>
              <a:gd name="T70" fmla="*/ 1675 w 2065"/>
              <a:gd name="T71" fmla="*/ 37 h 161"/>
              <a:gd name="T72" fmla="*/ 1655 w 2065"/>
              <a:gd name="T73" fmla="*/ 7 h 161"/>
              <a:gd name="T74" fmla="*/ 1648 w 2065"/>
              <a:gd name="T75" fmla="*/ 132 h 161"/>
              <a:gd name="T76" fmla="*/ 1526 w 2065"/>
              <a:gd name="T77" fmla="*/ 36 h 161"/>
              <a:gd name="T78" fmla="*/ 1528 w 2065"/>
              <a:gd name="T79" fmla="*/ 161 h 161"/>
              <a:gd name="T80" fmla="*/ 980 w 2065"/>
              <a:gd name="T81" fmla="*/ 49 h 161"/>
              <a:gd name="T82" fmla="*/ 997 w 2065"/>
              <a:gd name="T83" fmla="*/ 59 h 161"/>
              <a:gd name="T84" fmla="*/ 1250 w 2065"/>
              <a:gd name="T85" fmla="*/ 132 h 161"/>
              <a:gd name="T86" fmla="*/ 1075 w 2065"/>
              <a:gd name="T87" fmla="*/ 49 h 161"/>
              <a:gd name="T88" fmla="*/ 1092 w 2065"/>
              <a:gd name="T89" fmla="*/ 59 h 161"/>
              <a:gd name="T90" fmla="*/ 910 w 2065"/>
              <a:gd name="T91" fmla="*/ 111 h 161"/>
              <a:gd name="T92" fmla="*/ 909 w 2065"/>
              <a:gd name="T93" fmla="*/ 34 h 161"/>
              <a:gd name="T94" fmla="*/ 910 w 2065"/>
              <a:gd name="T95" fmla="*/ 111 h 161"/>
              <a:gd name="T96" fmla="*/ 1962 w 2065"/>
              <a:gd name="T97" fmla="*/ 77 h 161"/>
              <a:gd name="T98" fmla="*/ 1962 w 2065"/>
              <a:gd name="T99" fmla="*/ 132 h 161"/>
              <a:gd name="T100" fmla="*/ 1941 w 2065"/>
              <a:gd name="T101" fmla="*/ 115 h 161"/>
              <a:gd name="T102" fmla="*/ 1193 w 2065"/>
              <a:gd name="T103" fmla="*/ 34 h 161"/>
              <a:gd name="T104" fmla="*/ 1193 w 2065"/>
              <a:gd name="T105" fmla="*/ 34 h 161"/>
              <a:gd name="T106" fmla="*/ 1218 w 2065"/>
              <a:gd name="T107" fmla="*/ 8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065" h="161">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gradFill>
            <a:gsLst>
              <a:gs pos="100000">
                <a:srgbClr val="F15F22"/>
              </a:gs>
              <a:gs pos="54000">
                <a:srgbClr val="F06422"/>
              </a:gs>
              <a:gs pos="76000">
                <a:srgbClr val="E32526"/>
              </a:gs>
              <a:gs pos="0">
                <a:srgbClr val="E32F2A"/>
              </a:gs>
              <a:gs pos="26000">
                <a:srgbClr val="A32022"/>
              </a:gs>
            </a:gsLst>
            <a:lin ang="2400000" scaled="0"/>
          </a:gradFill>
          <a:ln>
            <a:noFill/>
          </a:ln>
        </p:spPr>
        <p:txBody>
          <a:bodyPr vert="horz" wrap="square" lIns="91440" tIns="45720" rIns="91440" bIns="45720" numCol="1" anchor="t" anchorCtr="0" compatLnSpc="1">
            <a:prstTxWarp prst="textNoShape">
              <a:avLst/>
            </a:prstTxWarp>
          </a:bodyPr>
          <a:lstStyle/>
          <a:p>
            <a:endParaRPr lang="en-US" sz="2400"/>
          </a:p>
        </p:txBody>
      </p:sp>
    </p:spTree>
    <p:extLst>
      <p:ext uri="{BB962C8B-B14F-4D97-AF65-F5344CB8AC3E}">
        <p14:creationId xmlns:p14="http://schemas.microsoft.com/office/powerpoint/2010/main" val="178680270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_White">
    <p:bg>
      <p:bgPr>
        <a:solidFill>
          <a:schemeClr val="bg1"/>
        </a:solid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D7C56BA8-590A-4028-A3BD-EBB4F41E7443}"/>
              </a:ext>
            </a:extLst>
          </p:cNvPr>
          <p:cNvGrpSpPr>
            <a:grpSpLocks noChangeAspect="1"/>
          </p:cNvGrpSpPr>
          <p:nvPr userDrawn="1"/>
        </p:nvGrpSpPr>
        <p:grpSpPr>
          <a:xfrm rot="16200000">
            <a:off x="9855468" y="2024680"/>
            <a:ext cx="3499241" cy="1167475"/>
            <a:chOff x="547688" y="952500"/>
            <a:chExt cx="12190413" cy="4067175"/>
          </a:xfrm>
        </p:grpSpPr>
        <p:sp>
          <p:nvSpPr>
            <p:cNvPr id="53" name="Rectangle 52">
              <a:extLst>
                <a:ext uri="{FF2B5EF4-FFF2-40B4-BE49-F238E27FC236}">
                  <a16:creationId xmlns:a16="http://schemas.microsoft.com/office/drawing/2014/main" id="{19186E01-E5DD-4CF8-B980-31578D78DA2C}"/>
                </a:ext>
              </a:extLst>
            </p:cNvPr>
            <p:cNvSpPr>
              <a:spLocks noChangeArrowheads="1"/>
            </p:cNvSpPr>
            <p:nvPr userDrawn="1"/>
          </p:nvSpPr>
          <p:spPr bwMode="auto">
            <a:xfrm>
              <a:off x="547688" y="952500"/>
              <a:ext cx="12190413" cy="4067175"/>
            </a:xfrm>
            <a:prstGeom prst="rect">
              <a:avLst/>
            </a:prstGeom>
            <a:gradFill flip="none" rotWithShape="1">
              <a:gsLst>
                <a:gs pos="0">
                  <a:srgbClr val="F2A11F"/>
                </a:gs>
                <a:gs pos="37000">
                  <a:srgbClr val="EC5124"/>
                </a:gs>
                <a:gs pos="79000">
                  <a:srgbClr val="D32A27"/>
                </a:gs>
                <a:gs pos="100000">
                  <a:srgbClr val="7A425E"/>
                </a:gs>
              </a:gsLst>
              <a:lin ang="2400000" scaled="0"/>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4" name="Freeform 7">
              <a:extLst>
                <a:ext uri="{FF2B5EF4-FFF2-40B4-BE49-F238E27FC236}">
                  <a16:creationId xmlns:a16="http://schemas.microsoft.com/office/drawing/2014/main" id="{4297898A-7690-4887-A538-06925E32496A}"/>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5" name="Freeform 8">
              <a:extLst>
                <a:ext uri="{FF2B5EF4-FFF2-40B4-BE49-F238E27FC236}">
                  <a16:creationId xmlns:a16="http://schemas.microsoft.com/office/drawing/2014/main" id="{EBE1A931-8ED4-4023-B1E7-E7C0FCB53CF1}"/>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6" name="Freeform 9">
              <a:extLst>
                <a:ext uri="{FF2B5EF4-FFF2-40B4-BE49-F238E27FC236}">
                  <a16:creationId xmlns:a16="http://schemas.microsoft.com/office/drawing/2014/main" id="{3DFA30DE-FC15-4449-9A0C-173C6898FE60}"/>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7" name="Freeform 10">
              <a:extLst>
                <a:ext uri="{FF2B5EF4-FFF2-40B4-BE49-F238E27FC236}">
                  <a16:creationId xmlns:a16="http://schemas.microsoft.com/office/drawing/2014/main" id="{2C43BCA4-E25C-47F7-A5A5-C71BAFE37ABD}"/>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8" name="Freeform 10">
              <a:extLst>
                <a:ext uri="{FF2B5EF4-FFF2-40B4-BE49-F238E27FC236}">
                  <a16:creationId xmlns:a16="http://schemas.microsoft.com/office/drawing/2014/main" id="{6476CD2B-51BA-4E82-9674-026AAE497F13}"/>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9" name="Freeform 11">
              <a:extLst>
                <a:ext uri="{FF2B5EF4-FFF2-40B4-BE49-F238E27FC236}">
                  <a16:creationId xmlns:a16="http://schemas.microsoft.com/office/drawing/2014/main" id="{F65A61BF-2424-45EF-AEBD-67F3A1E98F2D}"/>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46" name="Title 16"/>
          <p:cNvSpPr>
            <a:spLocks noGrp="1"/>
          </p:cNvSpPr>
          <p:nvPr>
            <p:ph type="title" hasCustomPrompt="1"/>
          </p:nvPr>
        </p:nvSpPr>
        <p:spPr bwMode="gray">
          <a:xfrm>
            <a:off x="548639" y="1508932"/>
            <a:ext cx="9957816" cy="2405203"/>
          </a:xfrm>
          <a:prstGeom prst="rect">
            <a:avLst/>
          </a:prstGeom>
        </p:spPr>
        <p:txBody>
          <a:bodyPr lIns="0" tIns="0" rIns="0" bIns="0" anchor="b" anchorCtr="0"/>
          <a:lstStyle>
            <a:lvl1pPr marL="0" algn="l" defTabSz="1218833" rtl="0" eaLnBrk="1" latinLnBrk="0" hangingPunct="1">
              <a:lnSpc>
                <a:spcPts val="5000"/>
              </a:lnSpc>
              <a:spcBef>
                <a:spcPct val="0"/>
              </a:spcBef>
              <a:buNone/>
              <a:defRPr lang="en-US" sz="5998" b="1" kern="1200" cap="none" spc="-150" baseline="0" dirty="0">
                <a:solidFill>
                  <a:schemeClr val="tx1"/>
                </a:solidFill>
                <a:latin typeface="Arial" pitchFamily="34" charset="0"/>
                <a:ea typeface="+mn-ea"/>
                <a:cs typeface="Arial" pitchFamily="34" charset="0"/>
              </a:defRPr>
            </a:lvl1pPr>
          </a:lstStyle>
          <a:p>
            <a:r>
              <a:rPr lang="en-US" dirty="0"/>
              <a:t>Section header</a:t>
            </a:r>
          </a:p>
        </p:txBody>
      </p:sp>
      <p:sp>
        <p:nvSpPr>
          <p:cNvPr id="11" name="Text Placeholder 2"/>
          <p:cNvSpPr>
            <a:spLocks noGrp="1"/>
          </p:cNvSpPr>
          <p:nvPr>
            <p:ph type="body" idx="1" hasCustomPrompt="1"/>
          </p:nvPr>
        </p:nvSpPr>
        <p:spPr bwMode="white">
          <a:xfrm>
            <a:off x="548640" y="3956227"/>
            <a:ext cx="9957816" cy="462018"/>
          </a:xfrm>
          <a:prstGeom prst="rect">
            <a:avLst/>
          </a:prstGeom>
        </p:spPr>
        <p:txBody>
          <a:bodyPr lIns="0" tIns="0" rIns="0" bIns="0" anchor="b"/>
          <a:lstStyle>
            <a:lvl1pPr marL="0" indent="0">
              <a:lnSpc>
                <a:spcPts val="2400"/>
              </a:lnSpc>
              <a:spcBef>
                <a:spcPts val="0"/>
              </a:spcBef>
              <a:buNone/>
              <a:defRPr sz="2500" spc="0" baseline="0">
                <a:solidFill>
                  <a:schemeClr val="tx1"/>
                </a:solidFill>
              </a:defRPr>
            </a:lvl1pPr>
            <a:lvl2pPr marL="457142" indent="0">
              <a:buNone/>
              <a:defRPr sz="2000">
                <a:solidFill>
                  <a:schemeClr val="tx1">
                    <a:tint val="75000"/>
                  </a:schemeClr>
                </a:solidFill>
              </a:defRPr>
            </a:lvl2pPr>
            <a:lvl3pPr marL="914285" indent="0">
              <a:buNone/>
              <a:defRPr sz="1800">
                <a:solidFill>
                  <a:schemeClr val="tx1">
                    <a:tint val="75000"/>
                  </a:schemeClr>
                </a:solidFill>
              </a:defRPr>
            </a:lvl3pPr>
            <a:lvl4pPr marL="1371426" indent="0">
              <a:buNone/>
              <a:defRPr sz="1600">
                <a:solidFill>
                  <a:schemeClr val="tx1">
                    <a:tint val="75000"/>
                  </a:schemeClr>
                </a:solidFill>
              </a:defRPr>
            </a:lvl4pPr>
            <a:lvl5pPr marL="1828568" indent="0">
              <a:buNone/>
              <a:defRPr sz="1600">
                <a:solidFill>
                  <a:schemeClr val="tx1">
                    <a:tint val="75000"/>
                  </a:schemeClr>
                </a:solidFill>
              </a:defRPr>
            </a:lvl5pPr>
            <a:lvl6pPr marL="2285712" indent="0">
              <a:buNone/>
              <a:defRPr sz="1600">
                <a:solidFill>
                  <a:schemeClr val="tx1">
                    <a:tint val="75000"/>
                  </a:schemeClr>
                </a:solidFill>
              </a:defRPr>
            </a:lvl6pPr>
            <a:lvl7pPr marL="2742854" indent="0">
              <a:buNone/>
              <a:defRPr sz="1600">
                <a:solidFill>
                  <a:schemeClr val="tx1">
                    <a:tint val="75000"/>
                  </a:schemeClr>
                </a:solidFill>
              </a:defRPr>
            </a:lvl7pPr>
            <a:lvl8pPr marL="3199997" indent="0">
              <a:buNone/>
              <a:defRPr sz="1600">
                <a:solidFill>
                  <a:schemeClr val="tx1">
                    <a:tint val="75000"/>
                  </a:schemeClr>
                </a:solidFill>
              </a:defRPr>
            </a:lvl8pPr>
            <a:lvl9pPr marL="3657140" indent="0">
              <a:buNone/>
              <a:defRPr sz="1600">
                <a:solidFill>
                  <a:schemeClr val="tx1">
                    <a:tint val="75000"/>
                  </a:schemeClr>
                </a:solidFill>
              </a:defRPr>
            </a:lvl9pPr>
          </a:lstStyle>
          <a:p>
            <a:pPr lvl="0"/>
            <a:r>
              <a:rPr lang="en-US" dirty="0"/>
              <a:t>Subhead here</a:t>
            </a:r>
          </a:p>
        </p:txBody>
      </p:sp>
      <p:sp>
        <p:nvSpPr>
          <p:cNvPr id="51"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5" name="TextBox 74"/>
          <p:cNvSpPr txBox="1"/>
          <p:nvPr userDrawn="1"/>
        </p:nvSpPr>
        <p:spPr>
          <a:xfrm>
            <a:off x="548640" y="6473952"/>
            <a:ext cx="4114800" cy="153888"/>
          </a:xfrm>
          <a:prstGeom prst="rect">
            <a:avLst/>
          </a:prstGeom>
          <a:noFill/>
        </p:spPr>
        <p:txBody>
          <a:bodyPr wrap="square" lIns="0" tIns="0" rIns="0" bIns="0" rtlCol="0">
            <a:spAutoFit/>
          </a:bodyPr>
          <a:lstStyle/>
          <a:p>
            <a:r>
              <a:rPr lang="en-US" sz="1000" dirty="0">
                <a:latin typeface="Arial" pitchFamily="34" charset="0"/>
                <a:cs typeface="Arial" pitchFamily="34" charset="0"/>
              </a:rPr>
              <a:t>2022 Lenovo Internal. All rights reserved.</a:t>
            </a:r>
          </a:p>
        </p:txBody>
      </p:sp>
    </p:spTree>
    <p:extLst>
      <p:ext uri="{BB962C8B-B14F-4D97-AF65-F5344CB8AC3E}">
        <p14:creationId xmlns:p14="http://schemas.microsoft.com/office/powerpoint/2010/main" val="161866921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_Black">
    <p:bg>
      <p:bgPr>
        <a:solidFill>
          <a:schemeClr val="tx1"/>
        </a:solidFill>
        <a:effectLst/>
      </p:bgPr>
    </p:bg>
    <p:spTree>
      <p:nvGrpSpPr>
        <p:cNvPr id="1" name=""/>
        <p:cNvGrpSpPr/>
        <p:nvPr/>
      </p:nvGrpSpPr>
      <p:grpSpPr>
        <a:xfrm>
          <a:off x="0" y="0"/>
          <a:ext cx="0" cy="0"/>
          <a:chOff x="0" y="0"/>
          <a:chExt cx="0" cy="0"/>
        </a:xfrm>
      </p:grpSpPr>
      <p:grpSp>
        <p:nvGrpSpPr>
          <p:cNvPr id="52" name="Group 51">
            <a:extLst>
              <a:ext uri="{FF2B5EF4-FFF2-40B4-BE49-F238E27FC236}">
                <a16:creationId xmlns:a16="http://schemas.microsoft.com/office/drawing/2014/main" id="{D7C56BA8-590A-4028-A3BD-EBB4F41E7443}"/>
              </a:ext>
            </a:extLst>
          </p:cNvPr>
          <p:cNvGrpSpPr>
            <a:grpSpLocks noChangeAspect="1"/>
          </p:cNvGrpSpPr>
          <p:nvPr userDrawn="1"/>
        </p:nvGrpSpPr>
        <p:grpSpPr>
          <a:xfrm rot="16200000">
            <a:off x="9855468" y="2024680"/>
            <a:ext cx="3499241" cy="1167475"/>
            <a:chOff x="547688" y="952500"/>
            <a:chExt cx="12190413" cy="4067175"/>
          </a:xfrm>
        </p:grpSpPr>
        <p:sp>
          <p:nvSpPr>
            <p:cNvPr id="53" name="Rectangle 52">
              <a:extLst>
                <a:ext uri="{FF2B5EF4-FFF2-40B4-BE49-F238E27FC236}">
                  <a16:creationId xmlns:a16="http://schemas.microsoft.com/office/drawing/2014/main" id="{19186E01-E5DD-4CF8-B980-31578D78DA2C}"/>
                </a:ext>
              </a:extLst>
            </p:cNvPr>
            <p:cNvSpPr>
              <a:spLocks noChangeArrowheads="1"/>
            </p:cNvSpPr>
            <p:nvPr userDrawn="1"/>
          </p:nvSpPr>
          <p:spPr bwMode="auto">
            <a:xfrm>
              <a:off x="547688" y="952500"/>
              <a:ext cx="12190413" cy="4067175"/>
            </a:xfrm>
            <a:prstGeom prst="rect">
              <a:avLst/>
            </a:prstGeom>
            <a:gradFill flip="none" rotWithShape="1">
              <a:gsLst>
                <a:gs pos="0">
                  <a:srgbClr val="F2A11F"/>
                </a:gs>
                <a:gs pos="37000">
                  <a:srgbClr val="EC5124"/>
                </a:gs>
                <a:gs pos="79000">
                  <a:srgbClr val="D32A27"/>
                </a:gs>
                <a:gs pos="100000">
                  <a:srgbClr val="7A425E"/>
                </a:gs>
              </a:gsLst>
              <a:lin ang="2400000" scaled="0"/>
              <a:tileRect/>
            </a:gra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4" name="Freeform 7">
              <a:extLst>
                <a:ext uri="{FF2B5EF4-FFF2-40B4-BE49-F238E27FC236}">
                  <a16:creationId xmlns:a16="http://schemas.microsoft.com/office/drawing/2014/main" id="{4297898A-7690-4887-A538-06925E32496A}"/>
                </a:ext>
              </a:extLst>
            </p:cNvPr>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5" name="Freeform 8">
              <a:extLst>
                <a:ext uri="{FF2B5EF4-FFF2-40B4-BE49-F238E27FC236}">
                  <a16:creationId xmlns:a16="http://schemas.microsoft.com/office/drawing/2014/main" id="{EBE1A931-8ED4-4023-B1E7-E7C0FCB53CF1}"/>
                </a:ext>
              </a:extLst>
            </p:cNvPr>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6" name="Freeform 9">
              <a:extLst>
                <a:ext uri="{FF2B5EF4-FFF2-40B4-BE49-F238E27FC236}">
                  <a16:creationId xmlns:a16="http://schemas.microsoft.com/office/drawing/2014/main" id="{3DFA30DE-FC15-4449-9A0C-173C6898FE60}"/>
                </a:ext>
              </a:extLst>
            </p:cNvPr>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7" name="Freeform 10">
              <a:extLst>
                <a:ext uri="{FF2B5EF4-FFF2-40B4-BE49-F238E27FC236}">
                  <a16:creationId xmlns:a16="http://schemas.microsoft.com/office/drawing/2014/main" id="{2C43BCA4-E25C-47F7-A5A5-C71BAFE37ABD}"/>
                </a:ext>
              </a:extLst>
            </p:cNvPr>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8" name="Freeform 10">
              <a:extLst>
                <a:ext uri="{FF2B5EF4-FFF2-40B4-BE49-F238E27FC236}">
                  <a16:creationId xmlns:a16="http://schemas.microsoft.com/office/drawing/2014/main" id="{6476CD2B-51BA-4E82-9674-026AAE497F13}"/>
                </a:ext>
              </a:extLst>
            </p:cNvPr>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9" name="Freeform 11">
              <a:extLst>
                <a:ext uri="{FF2B5EF4-FFF2-40B4-BE49-F238E27FC236}">
                  <a16:creationId xmlns:a16="http://schemas.microsoft.com/office/drawing/2014/main" id="{F65A61BF-2424-45EF-AEBD-67F3A1E98F2D}"/>
                </a:ext>
              </a:extLst>
            </p:cNvPr>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46" name="Title 16"/>
          <p:cNvSpPr>
            <a:spLocks noGrp="1"/>
          </p:cNvSpPr>
          <p:nvPr>
            <p:ph type="title" hasCustomPrompt="1"/>
          </p:nvPr>
        </p:nvSpPr>
        <p:spPr bwMode="gray">
          <a:xfrm>
            <a:off x="548639" y="1508932"/>
            <a:ext cx="9957816" cy="2405203"/>
          </a:xfrm>
          <a:prstGeom prst="rect">
            <a:avLst/>
          </a:prstGeom>
        </p:spPr>
        <p:txBody>
          <a:bodyPr lIns="0" tIns="0" rIns="0" bIns="0" anchor="b" anchorCtr="0"/>
          <a:lstStyle>
            <a:lvl1pPr marL="0" algn="l" defTabSz="1218833" rtl="0" eaLnBrk="1" latinLnBrk="0" hangingPunct="1">
              <a:lnSpc>
                <a:spcPts val="5000"/>
              </a:lnSpc>
              <a:spcBef>
                <a:spcPct val="0"/>
              </a:spcBef>
              <a:buNone/>
              <a:defRPr lang="en-US" sz="5998" b="1" kern="1200" cap="none" spc="-150" baseline="0" dirty="0">
                <a:solidFill>
                  <a:schemeClr val="bg1"/>
                </a:solidFill>
                <a:latin typeface="Arial" pitchFamily="34" charset="0"/>
                <a:ea typeface="+mn-ea"/>
                <a:cs typeface="Arial" pitchFamily="34" charset="0"/>
              </a:defRPr>
            </a:lvl1pPr>
          </a:lstStyle>
          <a:p>
            <a:r>
              <a:rPr lang="en-US" dirty="0"/>
              <a:t>Section header</a:t>
            </a:r>
          </a:p>
        </p:txBody>
      </p:sp>
      <p:sp>
        <p:nvSpPr>
          <p:cNvPr id="11" name="Text Placeholder 2"/>
          <p:cNvSpPr>
            <a:spLocks noGrp="1"/>
          </p:cNvSpPr>
          <p:nvPr>
            <p:ph type="body" idx="1" hasCustomPrompt="1"/>
          </p:nvPr>
        </p:nvSpPr>
        <p:spPr bwMode="white">
          <a:xfrm>
            <a:off x="548640" y="3956227"/>
            <a:ext cx="9957816" cy="462018"/>
          </a:xfrm>
          <a:prstGeom prst="rect">
            <a:avLst/>
          </a:prstGeom>
        </p:spPr>
        <p:txBody>
          <a:bodyPr lIns="0" tIns="0" rIns="0" bIns="0" anchor="b"/>
          <a:lstStyle>
            <a:lvl1pPr marL="0" indent="0">
              <a:lnSpc>
                <a:spcPts val="2400"/>
              </a:lnSpc>
              <a:spcBef>
                <a:spcPts val="0"/>
              </a:spcBef>
              <a:buNone/>
              <a:defRPr sz="2500" spc="0" baseline="0">
                <a:solidFill>
                  <a:schemeClr val="bg1"/>
                </a:solidFill>
              </a:defRPr>
            </a:lvl1pPr>
            <a:lvl2pPr marL="457142" indent="0">
              <a:buNone/>
              <a:defRPr sz="2000">
                <a:solidFill>
                  <a:schemeClr val="tx1">
                    <a:tint val="75000"/>
                  </a:schemeClr>
                </a:solidFill>
              </a:defRPr>
            </a:lvl2pPr>
            <a:lvl3pPr marL="914285" indent="0">
              <a:buNone/>
              <a:defRPr sz="1800">
                <a:solidFill>
                  <a:schemeClr val="tx1">
                    <a:tint val="75000"/>
                  </a:schemeClr>
                </a:solidFill>
              </a:defRPr>
            </a:lvl3pPr>
            <a:lvl4pPr marL="1371426" indent="0">
              <a:buNone/>
              <a:defRPr sz="1600">
                <a:solidFill>
                  <a:schemeClr val="tx1">
                    <a:tint val="75000"/>
                  </a:schemeClr>
                </a:solidFill>
              </a:defRPr>
            </a:lvl4pPr>
            <a:lvl5pPr marL="1828568" indent="0">
              <a:buNone/>
              <a:defRPr sz="1600">
                <a:solidFill>
                  <a:schemeClr val="tx1">
                    <a:tint val="75000"/>
                  </a:schemeClr>
                </a:solidFill>
              </a:defRPr>
            </a:lvl5pPr>
            <a:lvl6pPr marL="2285712" indent="0">
              <a:buNone/>
              <a:defRPr sz="1600">
                <a:solidFill>
                  <a:schemeClr val="tx1">
                    <a:tint val="75000"/>
                  </a:schemeClr>
                </a:solidFill>
              </a:defRPr>
            </a:lvl6pPr>
            <a:lvl7pPr marL="2742854" indent="0">
              <a:buNone/>
              <a:defRPr sz="1600">
                <a:solidFill>
                  <a:schemeClr val="tx1">
                    <a:tint val="75000"/>
                  </a:schemeClr>
                </a:solidFill>
              </a:defRPr>
            </a:lvl7pPr>
            <a:lvl8pPr marL="3199997" indent="0">
              <a:buNone/>
              <a:defRPr sz="1600">
                <a:solidFill>
                  <a:schemeClr val="tx1">
                    <a:tint val="75000"/>
                  </a:schemeClr>
                </a:solidFill>
              </a:defRPr>
            </a:lvl8pPr>
            <a:lvl9pPr marL="3657140" indent="0">
              <a:buNone/>
              <a:defRPr sz="1600">
                <a:solidFill>
                  <a:schemeClr val="tx1">
                    <a:tint val="75000"/>
                  </a:schemeClr>
                </a:solidFill>
              </a:defRPr>
            </a:lvl9pPr>
          </a:lstStyle>
          <a:p>
            <a:pPr lvl="0"/>
            <a:r>
              <a:rPr lang="en-US" dirty="0"/>
              <a:t>Subhead here</a:t>
            </a:r>
          </a:p>
        </p:txBody>
      </p:sp>
      <p:sp>
        <p:nvSpPr>
          <p:cNvPr id="51"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5" name="TextBox 74"/>
          <p:cNvSpPr txBox="1"/>
          <p:nvPr userDrawn="1"/>
        </p:nvSpPr>
        <p:spPr>
          <a:xfrm>
            <a:off x="548640"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spTree>
    <p:extLst>
      <p:ext uri="{BB962C8B-B14F-4D97-AF65-F5344CB8AC3E}">
        <p14:creationId xmlns:p14="http://schemas.microsoft.com/office/powerpoint/2010/main" val="147138199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48640" y="402336"/>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4"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0939585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_Black">
    <p:bg>
      <p:bgPr>
        <a:solidFill>
          <a:schemeClr val="tx1"/>
        </a:solidFill>
        <a:effectLst/>
      </p:bgPr>
    </p:bg>
    <p:spTree>
      <p:nvGrpSpPr>
        <p:cNvPr id="1" name=""/>
        <p:cNvGrpSpPr/>
        <p:nvPr/>
      </p:nvGrpSpPr>
      <p:grpSpPr>
        <a:xfrm>
          <a:off x="0" y="0"/>
          <a:ext cx="0" cy="0"/>
          <a:chOff x="0" y="0"/>
          <a:chExt cx="0" cy="0"/>
        </a:xfrm>
      </p:grpSpPr>
      <p:sp>
        <p:nvSpPr>
          <p:cNvPr id="21" name="Title 28"/>
          <p:cNvSpPr>
            <a:spLocks noGrp="1"/>
          </p:cNvSpPr>
          <p:nvPr>
            <p:ph type="title" hasCustomPrompt="1"/>
          </p:nvPr>
        </p:nvSpPr>
        <p:spPr bwMode="gray">
          <a:xfrm>
            <a:off x="548640" y="402336"/>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0"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5" name="TextBox 4"/>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grpSp>
        <p:nvGrpSpPr>
          <p:cNvPr id="6" name="Group 5"/>
          <p:cNvGrpSpPr/>
          <p:nvPr userDrawn="1"/>
        </p:nvGrpSpPr>
        <p:grpSpPr>
          <a:xfrm>
            <a:off x="554338" y="6421482"/>
            <a:ext cx="734356" cy="245008"/>
            <a:chOff x="547688" y="952500"/>
            <a:chExt cx="12190413" cy="4067175"/>
          </a:xfrm>
        </p:grpSpPr>
        <p:sp>
          <p:nvSpPr>
            <p:cNvPr id="7" name="Rectangle 6"/>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8" name="Freeform 7"/>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9" name="Freeform 8"/>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1" name="Freeform 10"/>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2" name="Freeform 11"/>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229032212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Subtitle Only">
    <p:bg>
      <p:bgPr>
        <a:solidFill>
          <a:schemeClr val="bg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557784" y="896112"/>
            <a:ext cx="11073384" cy="292608"/>
          </a:xfrm>
          <a:prstGeom prst="rect">
            <a:avLst/>
          </a:prstGeom>
        </p:spPr>
        <p:txBody>
          <a:bodyPr lIns="0" tIns="0" rIns="0" bIns="0" anchor="ctr" anchorCtr="0">
            <a:noAutofit/>
          </a:bodyPr>
          <a:lstStyle>
            <a:lvl1pPr marL="0" indent="0">
              <a:lnSpc>
                <a:spcPts val="2200"/>
              </a:lnSpc>
              <a:spcBef>
                <a:spcPts val="0"/>
              </a:spcBef>
              <a:buNone/>
              <a:defRPr sz="2200" b="0">
                <a:solidFill>
                  <a:schemeClr val="tx1"/>
                </a:solidFill>
                <a:latin typeface="Arial" pitchFamily="34" charset="0"/>
                <a:cs typeface="Arial" pitchFamily="34" charset="0"/>
              </a:defRPr>
            </a:lvl1pPr>
            <a:lvl2pPr marL="609416" indent="0">
              <a:buNone/>
              <a:defRPr sz="2700" b="1"/>
            </a:lvl2pPr>
            <a:lvl3pPr marL="1218833" indent="0">
              <a:buNone/>
              <a:defRPr sz="2400" b="1"/>
            </a:lvl3pPr>
            <a:lvl4pPr marL="1828249" indent="0">
              <a:buNone/>
              <a:defRPr sz="2100" b="1"/>
            </a:lvl4pPr>
            <a:lvl5pPr marL="2437665" indent="0">
              <a:buNone/>
              <a:defRPr sz="2100" b="1"/>
            </a:lvl5pPr>
            <a:lvl6pPr marL="3047083" indent="0">
              <a:buNone/>
              <a:defRPr sz="2100" b="1"/>
            </a:lvl6pPr>
            <a:lvl7pPr marL="3656500" indent="0">
              <a:buNone/>
              <a:defRPr sz="2100" b="1"/>
            </a:lvl7pPr>
            <a:lvl8pPr marL="4265915" indent="0">
              <a:buNone/>
              <a:defRPr sz="2100" b="1"/>
            </a:lvl8pPr>
            <a:lvl9pPr marL="4875333" indent="0">
              <a:buNone/>
              <a:defRPr sz="2100" b="1"/>
            </a:lvl9pPr>
          </a:lstStyle>
          <a:p>
            <a:pPr lvl="0"/>
            <a:r>
              <a:rPr lang="en-US" dirty="0"/>
              <a:t>Click to edit master text styles</a:t>
            </a:r>
          </a:p>
        </p:txBody>
      </p:sp>
      <p:sp>
        <p:nvSpPr>
          <p:cNvPr id="11" name="Title 28"/>
          <p:cNvSpPr>
            <a:spLocks noGrp="1"/>
          </p:cNvSpPr>
          <p:nvPr>
            <p:ph type="title" hasCustomPrompt="1"/>
          </p:nvPr>
        </p:nvSpPr>
        <p:spPr bwMode="gray">
          <a:xfrm>
            <a:off x="548640" y="402339"/>
            <a:ext cx="11073384" cy="356789"/>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957633483"/>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Only_Black">
    <p:bg>
      <p:bgPr>
        <a:solidFill>
          <a:schemeClr val="tx1"/>
        </a:solidFill>
        <a:effectLst/>
      </p:bgPr>
    </p:bg>
    <p:spTree>
      <p:nvGrpSpPr>
        <p:cNvPr id="1" name=""/>
        <p:cNvGrpSpPr/>
        <p:nvPr/>
      </p:nvGrpSpPr>
      <p:grpSpPr>
        <a:xfrm>
          <a:off x="0" y="0"/>
          <a:ext cx="0" cy="0"/>
          <a:chOff x="0" y="0"/>
          <a:chExt cx="0" cy="0"/>
        </a:xfrm>
      </p:grpSpPr>
      <p:sp>
        <p:nvSpPr>
          <p:cNvPr id="23" name="Text Placeholder 2"/>
          <p:cNvSpPr>
            <a:spLocks noGrp="1"/>
          </p:cNvSpPr>
          <p:nvPr>
            <p:ph type="body" idx="10" hasCustomPrompt="1"/>
          </p:nvPr>
        </p:nvSpPr>
        <p:spPr bwMode="gray">
          <a:xfrm>
            <a:off x="557784" y="896112"/>
            <a:ext cx="11073384" cy="292608"/>
          </a:xfrm>
          <a:prstGeom prst="rect">
            <a:avLst/>
          </a:prstGeom>
        </p:spPr>
        <p:txBody>
          <a:bodyPr lIns="0" tIns="0" rIns="0" bIns="0" anchor="t" anchorCtr="0">
            <a:noAutofit/>
          </a:bodyPr>
          <a:lstStyle>
            <a:lvl1pPr marL="0" indent="0">
              <a:lnSpc>
                <a:spcPts val="2200"/>
              </a:lnSpc>
              <a:spcBef>
                <a:spcPts val="0"/>
              </a:spcBef>
              <a:buNone/>
              <a:defRPr sz="2000" b="0">
                <a:solidFill>
                  <a:schemeClr val="bg1"/>
                </a:solidFill>
                <a:latin typeface="Arial" pitchFamily="34" charset="0"/>
                <a:cs typeface="Arial" pitchFamily="34" charset="0"/>
              </a:defRPr>
            </a:lvl1pPr>
            <a:lvl2pPr marL="609416" indent="0">
              <a:buNone/>
              <a:defRPr sz="2700" b="1"/>
            </a:lvl2pPr>
            <a:lvl3pPr marL="1218833" indent="0">
              <a:buNone/>
              <a:defRPr sz="2400" b="1"/>
            </a:lvl3pPr>
            <a:lvl4pPr marL="1828249" indent="0">
              <a:buNone/>
              <a:defRPr sz="2100" b="1"/>
            </a:lvl4pPr>
            <a:lvl5pPr marL="2437665" indent="0">
              <a:buNone/>
              <a:defRPr sz="2100" b="1"/>
            </a:lvl5pPr>
            <a:lvl6pPr marL="3047083" indent="0">
              <a:buNone/>
              <a:defRPr sz="2100" b="1"/>
            </a:lvl6pPr>
            <a:lvl7pPr marL="3656500" indent="0">
              <a:buNone/>
              <a:defRPr sz="2100" b="1"/>
            </a:lvl7pPr>
            <a:lvl8pPr marL="4265915" indent="0">
              <a:buNone/>
              <a:defRPr sz="2100" b="1"/>
            </a:lvl8pPr>
            <a:lvl9pPr marL="4875333" indent="0">
              <a:buNone/>
              <a:defRPr sz="2100" b="1"/>
            </a:lvl9pPr>
          </a:lstStyle>
          <a:p>
            <a:pPr lvl="0"/>
            <a:r>
              <a:rPr lang="en-US" dirty="0"/>
              <a:t>Click to edit master text styles</a:t>
            </a:r>
          </a:p>
        </p:txBody>
      </p:sp>
      <p:sp>
        <p:nvSpPr>
          <p:cNvPr id="11" name="Title 28"/>
          <p:cNvSpPr>
            <a:spLocks noGrp="1"/>
          </p:cNvSpPr>
          <p:nvPr>
            <p:ph type="title" hasCustomPrompt="1"/>
          </p:nvPr>
        </p:nvSpPr>
        <p:spPr bwMode="gray">
          <a:xfrm>
            <a:off x="548640" y="402339"/>
            <a:ext cx="11073384" cy="399921"/>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2"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 name="TextBox 6"/>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grpSp>
        <p:nvGrpSpPr>
          <p:cNvPr id="8" name="Group 7"/>
          <p:cNvGrpSpPr/>
          <p:nvPr userDrawn="1"/>
        </p:nvGrpSpPr>
        <p:grpSpPr>
          <a:xfrm>
            <a:off x="554338" y="6421482"/>
            <a:ext cx="734356" cy="245008"/>
            <a:chOff x="547688" y="952500"/>
            <a:chExt cx="12190413" cy="4067175"/>
          </a:xfrm>
        </p:grpSpPr>
        <p:sp>
          <p:nvSpPr>
            <p:cNvPr id="9" name="Rectangle 8"/>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0" name="Freeform 9"/>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124226057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640" y="403624"/>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22" name="Content Placeholder 2"/>
          <p:cNvSpPr>
            <a:spLocks noGrp="1"/>
          </p:cNvSpPr>
          <p:nvPr>
            <p:ph sz="half" idx="1"/>
          </p:nvPr>
        </p:nvSpPr>
        <p:spPr bwMode="gray">
          <a:xfrm>
            <a:off x="548640" y="1308880"/>
            <a:ext cx="11073384" cy="4906726"/>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1141638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Content_Black">
    <p:bg>
      <p:bgPr>
        <a:solidFill>
          <a:schemeClr val="tx1"/>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640" y="402336"/>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22" name="Content Placeholder 2"/>
          <p:cNvSpPr>
            <a:spLocks noGrp="1"/>
          </p:cNvSpPr>
          <p:nvPr>
            <p:ph sz="half" idx="1"/>
          </p:nvPr>
        </p:nvSpPr>
        <p:spPr bwMode="gray">
          <a:xfrm>
            <a:off x="548640" y="1307593"/>
            <a:ext cx="11073384" cy="4919588"/>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6" name="TextBox 5"/>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grpSp>
        <p:nvGrpSpPr>
          <p:cNvPr id="7" name="Group 6"/>
          <p:cNvGrpSpPr/>
          <p:nvPr userDrawn="1"/>
        </p:nvGrpSpPr>
        <p:grpSpPr>
          <a:xfrm>
            <a:off x="554338" y="6421482"/>
            <a:ext cx="734356" cy="245008"/>
            <a:chOff x="547688" y="952500"/>
            <a:chExt cx="12190413" cy="4067175"/>
          </a:xfrm>
        </p:grpSpPr>
        <p:sp>
          <p:nvSpPr>
            <p:cNvPr id="8" name="Rectangle 7"/>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9" name="Freeform 8"/>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2" name="Freeform 11"/>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1370975778"/>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ubtitle Content">
    <p:bg>
      <p:bgPr>
        <a:solidFill>
          <a:schemeClr val="bg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48640" y="1575768"/>
            <a:ext cx="11073384" cy="4651413"/>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
          <p:cNvSpPr>
            <a:spLocks noGrp="1"/>
          </p:cNvSpPr>
          <p:nvPr>
            <p:ph type="body" idx="10"/>
          </p:nvPr>
        </p:nvSpPr>
        <p:spPr bwMode="gray">
          <a:xfrm>
            <a:off x="557784" y="899112"/>
            <a:ext cx="11073384" cy="292608"/>
          </a:xfrm>
          <a:prstGeom prst="rect">
            <a:avLst/>
          </a:prstGeom>
        </p:spPr>
        <p:txBody>
          <a:bodyPr lIns="0" tIns="0" rIns="0" bIns="0" anchor="ctr" anchorCtr="0">
            <a:noAutofit/>
          </a:bodyPr>
          <a:lstStyle>
            <a:lvl1pPr marL="0" indent="0">
              <a:lnSpc>
                <a:spcPts val="2200"/>
              </a:lnSpc>
              <a:spcBef>
                <a:spcPts val="0"/>
              </a:spcBef>
              <a:buNone/>
              <a:defRPr sz="2200" b="0">
                <a:solidFill>
                  <a:schemeClr val="tx1"/>
                </a:solidFill>
                <a:latin typeface="Arial" pitchFamily="34" charset="0"/>
                <a:cs typeface="Arial" pitchFamily="34" charset="0"/>
              </a:defRPr>
            </a:lvl1pPr>
            <a:lvl2pPr marL="609416" indent="0">
              <a:buNone/>
              <a:defRPr sz="2700" b="1"/>
            </a:lvl2pPr>
            <a:lvl3pPr marL="1218833" indent="0">
              <a:buNone/>
              <a:defRPr sz="2400" b="1"/>
            </a:lvl3pPr>
            <a:lvl4pPr marL="1828249" indent="0">
              <a:buNone/>
              <a:defRPr sz="2100" b="1"/>
            </a:lvl4pPr>
            <a:lvl5pPr marL="2437665" indent="0">
              <a:buNone/>
              <a:defRPr sz="2100" b="1"/>
            </a:lvl5pPr>
            <a:lvl6pPr marL="3047083" indent="0">
              <a:buNone/>
              <a:defRPr sz="2100" b="1"/>
            </a:lvl6pPr>
            <a:lvl7pPr marL="3656500" indent="0">
              <a:buNone/>
              <a:defRPr sz="2100" b="1"/>
            </a:lvl7pPr>
            <a:lvl8pPr marL="4265915" indent="0">
              <a:buNone/>
              <a:defRPr sz="2100" b="1"/>
            </a:lvl8pPr>
            <a:lvl9pPr marL="4875333" indent="0">
              <a:buNone/>
              <a:defRPr sz="2100" b="1"/>
            </a:lvl9pPr>
          </a:lstStyle>
          <a:p>
            <a:pPr lvl="0"/>
            <a:r>
              <a:rPr lang="en-US" dirty="0"/>
              <a:t>Click to edit Master text styles</a:t>
            </a:r>
          </a:p>
        </p:txBody>
      </p:sp>
      <p:sp>
        <p:nvSpPr>
          <p:cNvPr id="11" name="Title 28"/>
          <p:cNvSpPr>
            <a:spLocks noGrp="1"/>
          </p:cNvSpPr>
          <p:nvPr>
            <p:ph type="title" hasCustomPrompt="1"/>
          </p:nvPr>
        </p:nvSpPr>
        <p:spPr bwMode="gray">
          <a:xfrm>
            <a:off x="548640" y="402339"/>
            <a:ext cx="11073384" cy="369451"/>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581479330"/>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ith Subtitle Content_Black">
    <p:bg>
      <p:bgPr>
        <a:solidFill>
          <a:schemeClr val="tx1"/>
        </a:solidFill>
        <a:effectLst/>
      </p:bgPr>
    </p:bg>
    <p:spTree>
      <p:nvGrpSpPr>
        <p:cNvPr id="1" name=""/>
        <p:cNvGrpSpPr/>
        <p:nvPr/>
      </p:nvGrpSpPr>
      <p:grpSpPr>
        <a:xfrm>
          <a:off x="0" y="0"/>
          <a:ext cx="0" cy="0"/>
          <a:chOff x="0" y="0"/>
          <a:chExt cx="0" cy="0"/>
        </a:xfrm>
      </p:grpSpPr>
      <p:sp>
        <p:nvSpPr>
          <p:cNvPr id="22" name="Content Placeholder 2"/>
          <p:cNvSpPr>
            <a:spLocks noGrp="1"/>
          </p:cNvSpPr>
          <p:nvPr>
            <p:ph sz="half" idx="1"/>
          </p:nvPr>
        </p:nvSpPr>
        <p:spPr bwMode="gray">
          <a:xfrm>
            <a:off x="548640" y="1572770"/>
            <a:ext cx="11073384" cy="4654413"/>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2"/>
          <p:cNvSpPr>
            <a:spLocks noGrp="1"/>
          </p:cNvSpPr>
          <p:nvPr>
            <p:ph type="body" idx="10" hasCustomPrompt="1"/>
          </p:nvPr>
        </p:nvSpPr>
        <p:spPr bwMode="gray">
          <a:xfrm>
            <a:off x="557784" y="896112"/>
            <a:ext cx="11073384" cy="292608"/>
          </a:xfrm>
          <a:prstGeom prst="rect">
            <a:avLst/>
          </a:prstGeom>
        </p:spPr>
        <p:txBody>
          <a:bodyPr lIns="0" tIns="0" rIns="0" bIns="0" anchor="t" anchorCtr="0">
            <a:noAutofit/>
          </a:bodyPr>
          <a:lstStyle>
            <a:lvl1pPr marL="0" indent="0">
              <a:lnSpc>
                <a:spcPts val="2200"/>
              </a:lnSpc>
              <a:spcBef>
                <a:spcPts val="0"/>
              </a:spcBef>
              <a:buNone/>
              <a:defRPr sz="2000" b="0">
                <a:solidFill>
                  <a:schemeClr val="bg1"/>
                </a:solidFill>
                <a:latin typeface="Arial" pitchFamily="34" charset="0"/>
                <a:cs typeface="Arial" pitchFamily="34" charset="0"/>
              </a:defRPr>
            </a:lvl1pPr>
            <a:lvl2pPr marL="609416" indent="0">
              <a:buNone/>
              <a:defRPr sz="2700" b="1"/>
            </a:lvl2pPr>
            <a:lvl3pPr marL="1218833" indent="0">
              <a:buNone/>
              <a:defRPr sz="2400" b="1"/>
            </a:lvl3pPr>
            <a:lvl4pPr marL="1828249" indent="0">
              <a:buNone/>
              <a:defRPr sz="2100" b="1"/>
            </a:lvl4pPr>
            <a:lvl5pPr marL="2437665" indent="0">
              <a:buNone/>
              <a:defRPr sz="2100" b="1"/>
            </a:lvl5pPr>
            <a:lvl6pPr marL="3047083" indent="0">
              <a:buNone/>
              <a:defRPr sz="2100" b="1"/>
            </a:lvl6pPr>
            <a:lvl7pPr marL="3656500" indent="0">
              <a:buNone/>
              <a:defRPr sz="2100" b="1"/>
            </a:lvl7pPr>
            <a:lvl8pPr marL="4265915" indent="0">
              <a:buNone/>
              <a:defRPr sz="2100" b="1"/>
            </a:lvl8pPr>
            <a:lvl9pPr marL="4875333" indent="0">
              <a:buNone/>
              <a:defRPr sz="2100" b="1"/>
            </a:lvl9pPr>
          </a:lstStyle>
          <a:p>
            <a:pPr lvl="0"/>
            <a:r>
              <a:rPr lang="en-US" dirty="0"/>
              <a:t>Click to edit master text styles</a:t>
            </a:r>
          </a:p>
        </p:txBody>
      </p:sp>
      <p:sp>
        <p:nvSpPr>
          <p:cNvPr id="11" name="Title 28"/>
          <p:cNvSpPr>
            <a:spLocks noGrp="1"/>
          </p:cNvSpPr>
          <p:nvPr>
            <p:ph type="title" hasCustomPrompt="1"/>
          </p:nvPr>
        </p:nvSpPr>
        <p:spPr bwMode="gray">
          <a:xfrm>
            <a:off x="548640" y="402336"/>
            <a:ext cx="11073384" cy="392616"/>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2"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 name="TextBox 6"/>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grpSp>
        <p:nvGrpSpPr>
          <p:cNvPr id="8" name="Group 7"/>
          <p:cNvGrpSpPr/>
          <p:nvPr userDrawn="1"/>
        </p:nvGrpSpPr>
        <p:grpSpPr>
          <a:xfrm>
            <a:off x="554338" y="6421482"/>
            <a:ext cx="734356" cy="245008"/>
            <a:chOff x="547688" y="952500"/>
            <a:chExt cx="12190413" cy="4067175"/>
          </a:xfrm>
        </p:grpSpPr>
        <p:sp>
          <p:nvSpPr>
            <p:cNvPr id="9" name="Rectangle 8"/>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0" name="Freeform 9"/>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416594537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640" y="402336"/>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640" y="1307595"/>
            <a:ext cx="5378958" cy="4919589"/>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sz="half" idx="14"/>
          </p:nvPr>
        </p:nvSpPr>
        <p:spPr bwMode="gray">
          <a:xfrm>
            <a:off x="6243067" y="1307595"/>
            <a:ext cx="5378958" cy="4919589"/>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64735132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wo Column Slide_Black">
    <p:bg>
      <p:bgPr>
        <a:solidFill>
          <a:schemeClr val="tx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640" y="402336"/>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640" y="1307595"/>
            <a:ext cx="5378958" cy="4919589"/>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2"/>
          <p:cNvSpPr>
            <a:spLocks noGrp="1"/>
          </p:cNvSpPr>
          <p:nvPr>
            <p:ph sz="half" idx="14"/>
          </p:nvPr>
        </p:nvSpPr>
        <p:spPr bwMode="gray">
          <a:xfrm>
            <a:off x="6243067" y="1307595"/>
            <a:ext cx="5378958" cy="4919589"/>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7" name="TextBox 6"/>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grpSp>
        <p:nvGrpSpPr>
          <p:cNvPr id="8" name="Group 7"/>
          <p:cNvGrpSpPr/>
          <p:nvPr userDrawn="1"/>
        </p:nvGrpSpPr>
        <p:grpSpPr>
          <a:xfrm>
            <a:off x="554338" y="6421482"/>
            <a:ext cx="734356" cy="245008"/>
            <a:chOff x="547688" y="952500"/>
            <a:chExt cx="12190413" cy="4067175"/>
          </a:xfrm>
        </p:grpSpPr>
        <p:sp>
          <p:nvSpPr>
            <p:cNvPr id="9" name="Rectangle 8"/>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0" name="Freeform 9"/>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157779992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lumn Slide">
    <p:bg>
      <p:bgPr>
        <a:solidFill>
          <a:schemeClr val="bg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640" y="402336"/>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640" y="1307593"/>
            <a:ext cx="3474720" cy="4919588"/>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8" name="Content Placeholder 2"/>
          <p:cNvSpPr>
            <a:spLocks noGrp="1"/>
          </p:cNvSpPr>
          <p:nvPr>
            <p:ph sz="half" idx="10"/>
          </p:nvPr>
        </p:nvSpPr>
        <p:spPr bwMode="gray">
          <a:xfrm>
            <a:off x="4347972" y="1307593"/>
            <a:ext cx="3474720" cy="4919588"/>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half" idx="11"/>
          </p:nvPr>
        </p:nvSpPr>
        <p:spPr bwMode="gray">
          <a:xfrm>
            <a:off x="8147304" y="1307593"/>
            <a:ext cx="3474720" cy="4919588"/>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456359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hree Column Slide_Black">
    <p:bg>
      <p:bgPr>
        <a:solidFill>
          <a:schemeClr val="tx1"/>
        </a:solidFill>
        <a:effectLst/>
      </p:bgPr>
    </p:bg>
    <p:spTree>
      <p:nvGrpSpPr>
        <p:cNvPr id="1" name=""/>
        <p:cNvGrpSpPr/>
        <p:nvPr/>
      </p:nvGrpSpPr>
      <p:grpSpPr>
        <a:xfrm>
          <a:off x="0" y="0"/>
          <a:ext cx="0" cy="0"/>
          <a:chOff x="0" y="0"/>
          <a:chExt cx="0" cy="0"/>
        </a:xfrm>
      </p:grpSpPr>
      <p:sp>
        <p:nvSpPr>
          <p:cNvPr id="11" name="Title 28"/>
          <p:cNvSpPr>
            <a:spLocks noGrp="1"/>
          </p:cNvSpPr>
          <p:nvPr>
            <p:ph type="title" hasCustomPrompt="1"/>
          </p:nvPr>
        </p:nvSpPr>
        <p:spPr bwMode="gray">
          <a:xfrm>
            <a:off x="548640" y="402336"/>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640" y="1307593"/>
            <a:ext cx="3474720" cy="4919588"/>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8" name="Content Placeholder 2"/>
          <p:cNvSpPr>
            <a:spLocks noGrp="1"/>
          </p:cNvSpPr>
          <p:nvPr>
            <p:ph sz="half" idx="10"/>
          </p:nvPr>
        </p:nvSpPr>
        <p:spPr bwMode="gray">
          <a:xfrm>
            <a:off x="4347972" y="1307593"/>
            <a:ext cx="3474720" cy="4919588"/>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half" idx="11"/>
          </p:nvPr>
        </p:nvSpPr>
        <p:spPr bwMode="gray">
          <a:xfrm>
            <a:off x="8147304" y="1307593"/>
            <a:ext cx="3474720" cy="4919588"/>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2" name="Group 11"/>
          <p:cNvGrpSpPr/>
          <p:nvPr userDrawn="1"/>
        </p:nvGrpSpPr>
        <p:grpSpPr>
          <a:xfrm>
            <a:off x="554338" y="6421482"/>
            <a:ext cx="734356" cy="245008"/>
            <a:chOff x="547688" y="952500"/>
            <a:chExt cx="12190413" cy="4067175"/>
          </a:xfrm>
        </p:grpSpPr>
        <p:sp>
          <p:nvSpPr>
            <p:cNvPr id="13" name="Rectangle 12"/>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7"/>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8"/>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0"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1"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
        <p:nvSpPr>
          <p:cNvPr id="22" name="TextBox 6">
            <a:extLst>
              <a:ext uri="{FF2B5EF4-FFF2-40B4-BE49-F238E27FC236}">
                <a16:creationId xmlns:a16="http://schemas.microsoft.com/office/drawing/2014/main" id="{F317DD72-1438-4874-A168-C877C4CDA976}"/>
              </a:ext>
            </a:extLst>
          </p:cNvPr>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spTree>
    <p:extLst>
      <p:ext uri="{BB962C8B-B14F-4D97-AF65-F5344CB8AC3E}">
        <p14:creationId xmlns:p14="http://schemas.microsoft.com/office/powerpoint/2010/main" val="348959108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w/Imag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640" y="402336"/>
            <a:ext cx="6036718"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640" y="1307595"/>
            <a:ext cx="6036718" cy="4919589"/>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8"/>
          <p:cNvSpPr>
            <a:spLocks noGrp="1"/>
          </p:cNvSpPr>
          <p:nvPr>
            <p:ph type="pic" sz="quarter" idx="16"/>
          </p:nvPr>
        </p:nvSpPr>
        <p:spPr>
          <a:xfrm>
            <a:off x="6835285" y="0"/>
            <a:ext cx="5353539"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18"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7745591"/>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w/Image_Black">
    <p:bg>
      <p:bgPr>
        <a:solidFill>
          <a:schemeClr val="tx1"/>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640" y="402336"/>
            <a:ext cx="6036718"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16" name="Content Placeholder 2"/>
          <p:cNvSpPr>
            <a:spLocks noGrp="1"/>
          </p:cNvSpPr>
          <p:nvPr>
            <p:ph sz="half" idx="1"/>
          </p:nvPr>
        </p:nvSpPr>
        <p:spPr bwMode="gray">
          <a:xfrm>
            <a:off x="548640" y="1307595"/>
            <a:ext cx="6036718" cy="4919589"/>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8"/>
          <p:cNvSpPr>
            <a:spLocks noGrp="1"/>
          </p:cNvSpPr>
          <p:nvPr>
            <p:ph type="pic" sz="quarter" idx="16"/>
          </p:nvPr>
        </p:nvSpPr>
        <p:spPr>
          <a:xfrm>
            <a:off x="6835285" y="0"/>
            <a:ext cx="5353539"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12"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grpSp>
        <p:nvGrpSpPr>
          <p:cNvPr id="20" name="Group 19"/>
          <p:cNvGrpSpPr/>
          <p:nvPr userDrawn="1"/>
        </p:nvGrpSpPr>
        <p:grpSpPr>
          <a:xfrm>
            <a:off x="554338" y="6421482"/>
            <a:ext cx="734356" cy="245008"/>
            <a:chOff x="547688" y="952500"/>
            <a:chExt cx="12190413" cy="4067175"/>
          </a:xfrm>
        </p:grpSpPr>
        <p:sp>
          <p:nvSpPr>
            <p:cNvPr id="21" name="Rectangle 20"/>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2" name="Freeform 21"/>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3" name="Freeform 2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4" name="Freeform 2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5" name="Freeform 2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
        <p:nvSpPr>
          <p:cNvPr id="15" name="TextBox 6">
            <a:extLst>
              <a:ext uri="{FF2B5EF4-FFF2-40B4-BE49-F238E27FC236}">
                <a16:creationId xmlns:a16="http://schemas.microsoft.com/office/drawing/2014/main" id="{197281B1-BF53-464F-B90A-F571329A61F4}"/>
              </a:ext>
            </a:extLst>
          </p:cNvPr>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spTree>
    <p:extLst>
      <p:ext uri="{BB962C8B-B14F-4D97-AF65-F5344CB8AC3E}">
        <p14:creationId xmlns:p14="http://schemas.microsoft.com/office/powerpoint/2010/main" val="992496215"/>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hoto + Statement">
    <p:spTree>
      <p:nvGrpSpPr>
        <p:cNvPr id="1" name=""/>
        <p:cNvGrpSpPr/>
        <p:nvPr/>
      </p:nvGrpSpPr>
      <p:grpSpPr>
        <a:xfrm>
          <a:off x="0" y="0"/>
          <a:ext cx="0" cy="0"/>
          <a:chOff x="0" y="0"/>
          <a:chExt cx="0" cy="0"/>
        </a:xfrm>
      </p:grpSpPr>
      <p:sp>
        <p:nvSpPr>
          <p:cNvPr id="3" name="Rectangle 2"/>
          <p:cNvSpPr/>
          <p:nvPr userDrawn="1"/>
        </p:nvSpPr>
        <p:spPr>
          <a:xfrm>
            <a:off x="0" y="0"/>
            <a:ext cx="4061791"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Picture Placeholder 8"/>
          <p:cNvSpPr>
            <a:spLocks noGrp="1"/>
          </p:cNvSpPr>
          <p:nvPr>
            <p:ph type="pic" sz="quarter" idx="16"/>
          </p:nvPr>
        </p:nvSpPr>
        <p:spPr>
          <a:xfrm>
            <a:off x="4061792" y="0"/>
            <a:ext cx="8127034"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14" name="Text Placeholder 3"/>
          <p:cNvSpPr>
            <a:spLocks noGrp="1"/>
          </p:cNvSpPr>
          <p:nvPr>
            <p:ph type="body" sz="quarter" idx="18" hasCustomPrompt="1"/>
          </p:nvPr>
        </p:nvSpPr>
        <p:spPr>
          <a:xfrm>
            <a:off x="548642" y="849538"/>
            <a:ext cx="3513151" cy="1926795"/>
          </a:xfrm>
          <a:prstGeom prst="rect">
            <a:avLst/>
          </a:prstGeom>
          <a:noFill/>
        </p:spPr>
        <p:txBody>
          <a:bodyPr lIns="0" tIns="0" rIns="0" bIns="0" anchor="t">
            <a:noAutofit/>
          </a:bodyPr>
          <a:lstStyle>
            <a:lvl1pPr marL="0" indent="0">
              <a:lnSpc>
                <a:spcPts val="4200"/>
              </a:lnSpc>
              <a:spcBef>
                <a:spcPts val="0"/>
              </a:spcBef>
              <a:buFont typeface="Arial" panose="020B0604020202020204" pitchFamily="34" charset="0"/>
              <a:buNone/>
              <a:defRPr sz="4598" b="1" strike="noStrike" spc="-150" baseline="0">
                <a:solidFill>
                  <a:schemeClr val="tx1"/>
                </a:solidFill>
              </a:defRPr>
            </a:lvl1pPr>
            <a:lvl2pPr marL="341269" indent="0">
              <a:buNone/>
              <a:defRPr/>
            </a:lvl2pPr>
            <a:lvl3pPr marL="679364" indent="0">
              <a:buNone/>
              <a:defRPr/>
            </a:lvl3pPr>
            <a:lvl4pPr marL="966665" indent="0">
              <a:buNone/>
              <a:defRPr/>
            </a:lvl4pPr>
            <a:lvl5pPr marL="1146031" indent="0">
              <a:buNone/>
              <a:defRPr/>
            </a:lvl5pPr>
          </a:lstStyle>
          <a:p>
            <a:pPr lvl="0"/>
            <a:r>
              <a:rPr lang="en-US" dirty="0"/>
              <a:t>Photo plus</a:t>
            </a:r>
            <a:br>
              <a:rPr lang="en-US" dirty="0"/>
            </a:br>
            <a:r>
              <a:rPr lang="en-US" dirty="0"/>
              <a:t>statement</a:t>
            </a:r>
            <a:br>
              <a:rPr lang="en-US" dirty="0"/>
            </a:br>
            <a:r>
              <a:rPr lang="en-US" dirty="0"/>
              <a:t>layout</a:t>
            </a:r>
          </a:p>
        </p:txBody>
      </p:sp>
      <p:sp>
        <p:nvSpPr>
          <p:cNvPr id="8" name="Text Placeholder 7"/>
          <p:cNvSpPr>
            <a:spLocks noGrp="1"/>
          </p:cNvSpPr>
          <p:nvPr>
            <p:ph type="body" sz="quarter" idx="19" hasCustomPrompt="1"/>
          </p:nvPr>
        </p:nvSpPr>
        <p:spPr>
          <a:xfrm>
            <a:off x="548641" y="2943641"/>
            <a:ext cx="3513150" cy="1641615"/>
          </a:xfrm>
          <a:prstGeom prst="rect">
            <a:avLst/>
          </a:prstGeom>
        </p:spPr>
        <p:txBody>
          <a:bodyPr lIns="0" tIns="0" rIns="0" bIns="0"/>
          <a:lstStyle>
            <a:lvl1pPr marL="0" indent="0">
              <a:lnSpc>
                <a:spcPts val="2400"/>
              </a:lnSpc>
              <a:spcBef>
                <a:spcPts val="0"/>
              </a:spcBef>
              <a:buNone/>
              <a:defRPr sz="2400" baseline="0">
                <a:solidFill>
                  <a:schemeClr val="tx1"/>
                </a:solidFill>
              </a:defRPr>
            </a:lvl1pPr>
            <a:lvl2pPr marL="609416" indent="0">
              <a:buNone/>
              <a:defRPr/>
            </a:lvl2pPr>
            <a:lvl3pPr marL="1218832" indent="0">
              <a:buNone/>
              <a:defRPr/>
            </a:lvl3pPr>
            <a:lvl4pPr marL="1828249" indent="0">
              <a:buNone/>
              <a:defRPr/>
            </a:lvl4pPr>
            <a:lvl5pPr marL="2437665" indent="0">
              <a:buNone/>
              <a:defRPr/>
            </a:lvl5pPr>
          </a:lstStyle>
          <a:p>
            <a:pPr lvl="0"/>
            <a:r>
              <a:rPr lang="en-US" dirty="0"/>
              <a:t>Subtitle goes here</a:t>
            </a:r>
          </a:p>
        </p:txBody>
      </p:sp>
      <p:sp>
        <p:nvSpPr>
          <p:cNvPr id="18"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34084262"/>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Photo + Statement_Black">
    <p:bg>
      <p:bgPr>
        <a:solidFill>
          <a:schemeClr val="tx1"/>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4061791"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Picture Placeholder 8"/>
          <p:cNvSpPr>
            <a:spLocks noGrp="1"/>
          </p:cNvSpPr>
          <p:nvPr>
            <p:ph type="pic" sz="quarter" idx="16"/>
          </p:nvPr>
        </p:nvSpPr>
        <p:spPr>
          <a:xfrm>
            <a:off x="4061792" y="0"/>
            <a:ext cx="8127034"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14" name="Text Placeholder 3"/>
          <p:cNvSpPr>
            <a:spLocks noGrp="1"/>
          </p:cNvSpPr>
          <p:nvPr>
            <p:ph type="body" sz="quarter" idx="18" hasCustomPrompt="1"/>
          </p:nvPr>
        </p:nvSpPr>
        <p:spPr>
          <a:xfrm>
            <a:off x="548642" y="849538"/>
            <a:ext cx="3513151" cy="1926795"/>
          </a:xfrm>
          <a:prstGeom prst="rect">
            <a:avLst/>
          </a:prstGeom>
          <a:noFill/>
        </p:spPr>
        <p:txBody>
          <a:bodyPr lIns="0" tIns="0" rIns="0" bIns="0" anchor="t">
            <a:noAutofit/>
          </a:bodyPr>
          <a:lstStyle>
            <a:lvl1pPr marL="0" indent="0">
              <a:lnSpc>
                <a:spcPts val="4200"/>
              </a:lnSpc>
              <a:spcBef>
                <a:spcPts val="0"/>
              </a:spcBef>
              <a:buFont typeface="Arial" panose="020B0604020202020204" pitchFamily="34" charset="0"/>
              <a:buNone/>
              <a:defRPr sz="4598" b="1" strike="noStrike" spc="-150" baseline="0">
                <a:solidFill>
                  <a:schemeClr val="bg1"/>
                </a:solidFill>
              </a:defRPr>
            </a:lvl1pPr>
            <a:lvl2pPr marL="341269" indent="0">
              <a:buNone/>
              <a:defRPr/>
            </a:lvl2pPr>
            <a:lvl3pPr marL="679364" indent="0">
              <a:buNone/>
              <a:defRPr/>
            </a:lvl3pPr>
            <a:lvl4pPr marL="966665" indent="0">
              <a:buNone/>
              <a:defRPr/>
            </a:lvl4pPr>
            <a:lvl5pPr marL="1146031" indent="0">
              <a:buNone/>
              <a:defRPr/>
            </a:lvl5pPr>
          </a:lstStyle>
          <a:p>
            <a:pPr lvl="0"/>
            <a:r>
              <a:rPr lang="en-US" dirty="0"/>
              <a:t>Photo plus</a:t>
            </a:r>
            <a:br>
              <a:rPr lang="en-US" dirty="0"/>
            </a:br>
            <a:r>
              <a:rPr lang="en-US" dirty="0"/>
              <a:t>statement</a:t>
            </a:r>
            <a:br>
              <a:rPr lang="en-US" dirty="0"/>
            </a:br>
            <a:r>
              <a:rPr lang="en-US" dirty="0"/>
              <a:t>layout</a:t>
            </a:r>
          </a:p>
        </p:txBody>
      </p:sp>
      <p:sp>
        <p:nvSpPr>
          <p:cNvPr id="8" name="Text Placeholder 7"/>
          <p:cNvSpPr>
            <a:spLocks noGrp="1"/>
          </p:cNvSpPr>
          <p:nvPr>
            <p:ph type="body" sz="quarter" idx="19" hasCustomPrompt="1"/>
          </p:nvPr>
        </p:nvSpPr>
        <p:spPr>
          <a:xfrm>
            <a:off x="548641" y="2943641"/>
            <a:ext cx="3513150" cy="1641615"/>
          </a:xfrm>
          <a:prstGeom prst="rect">
            <a:avLst/>
          </a:prstGeom>
        </p:spPr>
        <p:txBody>
          <a:bodyPr lIns="0" tIns="0" rIns="0" bIns="0"/>
          <a:lstStyle>
            <a:lvl1pPr marL="0" indent="0">
              <a:lnSpc>
                <a:spcPts val="2400"/>
              </a:lnSpc>
              <a:spcBef>
                <a:spcPts val="0"/>
              </a:spcBef>
              <a:buNone/>
              <a:defRPr sz="2400" baseline="0">
                <a:solidFill>
                  <a:schemeClr val="bg1"/>
                </a:solidFill>
              </a:defRPr>
            </a:lvl1pPr>
            <a:lvl2pPr marL="609416" indent="0">
              <a:buNone/>
              <a:defRPr/>
            </a:lvl2pPr>
            <a:lvl3pPr marL="1218832" indent="0">
              <a:buNone/>
              <a:defRPr/>
            </a:lvl3pPr>
            <a:lvl4pPr marL="1828249" indent="0">
              <a:buNone/>
              <a:defRPr/>
            </a:lvl4pPr>
            <a:lvl5pPr marL="2437665" indent="0">
              <a:buNone/>
              <a:defRPr/>
            </a:lvl5pPr>
          </a:lstStyle>
          <a:p>
            <a:pPr lvl="0"/>
            <a:r>
              <a:rPr lang="en-US" dirty="0"/>
              <a:t>Subtitle goes here</a:t>
            </a:r>
          </a:p>
        </p:txBody>
      </p:sp>
      <p:sp>
        <p:nvSpPr>
          <p:cNvPr id="13"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9" name="TextBox 8"/>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2021 Lenovo Internal. All rights reserved.</a:t>
            </a:r>
          </a:p>
        </p:txBody>
      </p:sp>
      <p:grpSp>
        <p:nvGrpSpPr>
          <p:cNvPr id="10" name="Group 9"/>
          <p:cNvGrpSpPr/>
          <p:nvPr userDrawn="1"/>
        </p:nvGrpSpPr>
        <p:grpSpPr>
          <a:xfrm>
            <a:off x="554338" y="6421482"/>
            <a:ext cx="734356" cy="245008"/>
            <a:chOff x="547688" y="952500"/>
            <a:chExt cx="12190413" cy="4067175"/>
          </a:xfrm>
        </p:grpSpPr>
        <p:sp>
          <p:nvSpPr>
            <p:cNvPr id="11" name="Rectangle 10"/>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2" name="Freeform 11"/>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5"/>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6"/>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427763602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Layout">
    <p:bg>
      <p:bgPr>
        <a:solidFill>
          <a:schemeClr val="bg1"/>
        </a:solidFill>
        <a:effectLst/>
      </p:bgPr>
    </p:bg>
    <p:spTree>
      <p:nvGrpSpPr>
        <p:cNvPr id="1" name=""/>
        <p:cNvGrpSpPr/>
        <p:nvPr/>
      </p:nvGrpSpPr>
      <p:grpSpPr>
        <a:xfrm>
          <a:off x="0" y="0"/>
          <a:ext cx="0" cy="0"/>
          <a:chOff x="0" y="0"/>
          <a:chExt cx="0" cy="0"/>
        </a:xfrm>
      </p:grpSpPr>
      <p:sp>
        <p:nvSpPr>
          <p:cNvPr id="15" name="Text Placeholder 107"/>
          <p:cNvSpPr>
            <a:spLocks noGrp="1"/>
          </p:cNvSpPr>
          <p:nvPr>
            <p:ph type="body" sz="quarter" idx="18" hasCustomPrompt="1"/>
          </p:nvPr>
        </p:nvSpPr>
        <p:spPr bwMode="white">
          <a:xfrm>
            <a:off x="548640" y="1276352"/>
            <a:ext cx="10165080" cy="3242641"/>
          </a:xfrm>
          <a:prstGeom prst="rect">
            <a:avLst/>
          </a:prstGeom>
        </p:spPr>
        <p:txBody>
          <a:bodyPr lIns="0" anchor="t">
            <a:normAutofit/>
          </a:bodyPr>
          <a:lstStyle>
            <a:lvl1pPr marL="0" indent="0" algn="l">
              <a:lnSpc>
                <a:spcPct val="100000"/>
              </a:lnSpc>
              <a:buNone/>
              <a:defRPr sz="4400" b="1" spc="-150">
                <a:solidFill>
                  <a:schemeClr val="tx1"/>
                </a:solidFill>
              </a:defRPr>
            </a:lvl1pPr>
            <a:lvl2pPr marL="341269" indent="0" algn="ctr">
              <a:buNone/>
              <a:defRPr>
                <a:solidFill>
                  <a:schemeClr val="bg1"/>
                </a:solidFill>
              </a:defRPr>
            </a:lvl2pPr>
            <a:lvl3pPr marL="679364" indent="0" algn="ctr">
              <a:buNone/>
              <a:defRPr>
                <a:solidFill>
                  <a:schemeClr val="bg1"/>
                </a:solidFill>
              </a:defRPr>
            </a:lvl3pPr>
            <a:lvl4pPr marL="966665" indent="0" algn="ctr">
              <a:buNone/>
              <a:defRPr>
                <a:solidFill>
                  <a:schemeClr val="bg1"/>
                </a:solidFill>
              </a:defRPr>
            </a:lvl4pPr>
            <a:lvl5pPr marL="1146031" indent="0" algn="ctr">
              <a:buNone/>
              <a:defRPr>
                <a:solidFill>
                  <a:schemeClr val="bg1"/>
                </a:solidFill>
              </a:defRPr>
            </a:lvl5pPr>
          </a:lstStyle>
          <a:p>
            <a:pPr lvl="0"/>
            <a:r>
              <a:rPr lang="en-US" dirty="0"/>
              <a:t>Click to edit quote</a:t>
            </a:r>
          </a:p>
        </p:txBody>
      </p:sp>
      <p:sp>
        <p:nvSpPr>
          <p:cNvPr id="17" name="Text Placeholder 110"/>
          <p:cNvSpPr>
            <a:spLocks noGrp="1"/>
          </p:cNvSpPr>
          <p:nvPr>
            <p:ph type="body" sz="quarter" idx="19" hasCustomPrompt="1"/>
          </p:nvPr>
        </p:nvSpPr>
        <p:spPr>
          <a:xfrm>
            <a:off x="554339" y="4623890"/>
            <a:ext cx="10159383" cy="876300"/>
          </a:xfrm>
          <a:prstGeom prst="rect">
            <a:avLst/>
          </a:prstGeom>
        </p:spPr>
        <p:txBody>
          <a:bodyPr lIns="0"/>
          <a:lstStyle>
            <a:lvl1pPr marL="0" indent="0" algn="l">
              <a:buNone/>
              <a:defRPr sz="2400" b="1" spc="-150" baseline="0">
                <a:solidFill>
                  <a:schemeClr val="tx1"/>
                </a:solidFill>
              </a:defRPr>
            </a:lvl1pPr>
            <a:lvl2pPr marL="341269" indent="0">
              <a:buNone/>
              <a:defRPr/>
            </a:lvl2pPr>
            <a:lvl3pPr marL="679364" indent="0">
              <a:buNone/>
              <a:defRPr/>
            </a:lvl3pPr>
            <a:lvl4pPr marL="966665" indent="0">
              <a:buNone/>
              <a:defRPr/>
            </a:lvl4pPr>
            <a:lvl5pPr marL="1146031" indent="0">
              <a:buNone/>
              <a:defRPr/>
            </a:lvl5pPr>
          </a:lstStyle>
          <a:p>
            <a:pPr lvl="0"/>
            <a:r>
              <a:rPr lang="en-US" dirty="0"/>
              <a:t>Click to edit quote source</a:t>
            </a:r>
          </a:p>
        </p:txBody>
      </p:sp>
      <p:grpSp>
        <p:nvGrpSpPr>
          <p:cNvPr id="12" name="Group 11"/>
          <p:cNvGrpSpPr/>
          <p:nvPr userDrawn="1"/>
        </p:nvGrpSpPr>
        <p:grpSpPr>
          <a:xfrm>
            <a:off x="548640" y="398465"/>
            <a:ext cx="990600" cy="735013"/>
            <a:chOff x="657226" y="398463"/>
            <a:chExt cx="990600" cy="735013"/>
          </a:xfrm>
          <a:gradFill>
            <a:gsLst>
              <a:gs pos="0">
                <a:srgbClr val="F2A11F"/>
              </a:gs>
              <a:gs pos="37000">
                <a:srgbClr val="EC5124"/>
              </a:gs>
              <a:gs pos="79000">
                <a:srgbClr val="D32A27"/>
              </a:gs>
              <a:gs pos="100000">
                <a:srgbClr val="7A425E"/>
              </a:gs>
            </a:gsLst>
            <a:lin ang="2400000" scaled="0"/>
          </a:gradFill>
        </p:grpSpPr>
        <p:sp>
          <p:nvSpPr>
            <p:cNvPr id="7" name="Freeform 5"/>
            <p:cNvSpPr>
              <a:spLocks/>
            </p:cNvSpPr>
            <p:nvPr userDrawn="1"/>
          </p:nvSpPr>
          <p:spPr bwMode="auto">
            <a:xfrm>
              <a:off x="657226"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Freeform 6"/>
            <p:cNvSpPr>
              <a:spLocks/>
            </p:cNvSpPr>
            <p:nvPr userDrawn="1"/>
          </p:nvSpPr>
          <p:spPr bwMode="auto">
            <a:xfrm>
              <a:off x="1195388"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
        <p:nvSpPr>
          <p:cNvPr id="21"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38601657"/>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Layout_Black">
    <p:bg>
      <p:bgPr>
        <a:solidFill>
          <a:schemeClr val="tx1"/>
        </a:solidFill>
        <a:effectLst/>
      </p:bgPr>
    </p:bg>
    <p:spTree>
      <p:nvGrpSpPr>
        <p:cNvPr id="1" name=""/>
        <p:cNvGrpSpPr/>
        <p:nvPr/>
      </p:nvGrpSpPr>
      <p:grpSpPr>
        <a:xfrm>
          <a:off x="0" y="0"/>
          <a:ext cx="0" cy="0"/>
          <a:chOff x="0" y="0"/>
          <a:chExt cx="0" cy="0"/>
        </a:xfrm>
      </p:grpSpPr>
      <p:sp>
        <p:nvSpPr>
          <p:cNvPr id="15" name="Text Placeholder 107"/>
          <p:cNvSpPr>
            <a:spLocks noGrp="1"/>
          </p:cNvSpPr>
          <p:nvPr>
            <p:ph type="body" sz="quarter" idx="18" hasCustomPrompt="1"/>
          </p:nvPr>
        </p:nvSpPr>
        <p:spPr bwMode="white">
          <a:xfrm>
            <a:off x="548640" y="1276352"/>
            <a:ext cx="10165080" cy="3242641"/>
          </a:xfrm>
          <a:prstGeom prst="rect">
            <a:avLst/>
          </a:prstGeom>
        </p:spPr>
        <p:txBody>
          <a:bodyPr lIns="0" anchor="t">
            <a:normAutofit/>
          </a:bodyPr>
          <a:lstStyle>
            <a:lvl1pPr marL="0" indent="0" algn="l">
              <a:lnSpc>
                <a:spcPct val="100000"/>
              </a:lnSpc>
              <a:buNone/>
              <a:defRPr sz="4400" b="1" spc="-150">
                <a:solidFill>
                  <a:schemeClr val="bg1"/>
                </a:solidFill>
              </a:defRPr>
            </a:lvl1pPr>
            <a:lvl2pPr marL="341269" indent="0" algn="ctr">
              <a:buNone/>
              <a:defRPr>
                <a:solidFill>
                  <a:schemeClr val="bg1"/>
                </a:solidFill>
              </a:defRPr>
            </a:lvl2pPr>
            <a:lvl3pPr marL="679364" indent="0" algn="ctr">
              <a:buNone/>
              <a:defRPr>
                <a:solidFill>
                  <a:schemeClr val="bg1"/>
                </a:solidFill>
              </a:defRPr>
            </a:lvl3pPr>
            <a:lvl4pPr marL="966665" indent="0" algn="ctr">
              <a:buNone/>
              <a:defRPr>
                <a:solidFill>
                  <a:schemeClr val="bg1"/>
                </a:solidFill>
              </a:defRPr>
            </a:lvl4pPr>
            <a:lvl5pPr marL="1146031" indent="0" algn="ctr">
              <a:buNone/>
              <a:defRPr>
                <a:solidFill>
                  <a:schemeClr val="bg1"/>
                </a:solidFill>
              </a:defRPr>
            </a:lvl5pPr>
          </a:lstStyle>
          <a:p>
            <a:pPr lvl="0"/>
            <a:r>
              <a:rPr lang="en-US" dirty="0"/>
              <a:t>Click to edit quote</a:t>
            </a:r>
          </a:p>
        </p:txBody>
      </p:sp>
      <p:sp>
        <p:nvSpPr>
          <p:cNvPr id="17" name="Text Placeholder 110"/>
          <p:cNvSpPr>
            <a:spLocks noGrp="1"/>
          </p:cNvSpPr>
          <p:nvPr>
            <p:ph type="body" sz="quarter" idx="19" hasCustomPrompt="1"/>
          </p:nvPr>
        </p:nvSpPr>
        <p:spPr>
          <a:xfrm>
            <a:off x="554339" y="4623890"/>
            <a:ext cx="10159383" cy="876300"/>
          </a:xfrm>
          <a:prstGeom prst="rect">
            <a:avLst/>
          </a:prstGeom>
        </p:spPr>
        <p:txBody>
          <a:bodyPr lIns="0"/>
          <a:lstStyle>
            <a:lvl1pPr marL="0" indent="0" algn="l">
              <a:buNone/>
              <a:defRPr sz="2400" b="1" spc="-150" baseline="0">
                <a:solidFill>
                  <a:schemeClr val="bg1"/>
                </a:solidFill>
              </a:defRPr>
            </a:lvl1pPr>
            <a:lvl2pPr marL="341269" indent="0">
              <a:buNone/>
              <a:defRPr/>
            </a:lvl2pPr>
            <a:lvl3pPr marL="679364" indent="0">
              <a:buNone/>
              <a:defRPr/>
            </a:lvl3pPr>
            <a:lvl4pPr marL="966665" indent="0">
              <a:buNone/>
              <a:defRPr/>
            </a:lvl4pPr>
            <a:lvl5pPr marL="1146031" indent="0">
              <a:buNone/>
              <a:defRPr/>
            </a:lvl5pPr>
          </a:lstStyle>
          <a:p>
            <a:pPr lvl="0"/>
            <a:r>
              <a:rPr lang="en-US" dirty="0"/>
              <a:t>Click to edit quote source</a:t>
            </a:r>
          </a:p>
        </p:txBody>
      </p:sp>
      <p:sp>
        <p:nvSpPr>
          <p:cNvPr id="14"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9" name="TextBox 8"/>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2021 Lenovo Internal. All rights reserved.</a:t>
            </a:r>
          </a:p>
        </p:txBody>
      </p:sp>
      <p:grpSp>
        <p:nvGrpSpPr>
          <p:cNvPr id="10" name="Group 9"/>
          <p:cNvGrpSpPr/>
          <p:nvPr userDrawn="1"/>
        </p:nvGrpSpPr>
        <p:grpSpPr>
          <a:xfrm>
            <a:off x="554338" y="6421482"/>
            <a:ext cx="734356" cy="245008"/>
            <a:chOff x="547688" y="952500"/>
            <a:chExt cx="12190413" cy="4067175"/>
          </a:xfrm>
        </p:grpSpPr>
        <p:sp>
          <p:nvSpPr>
            <p:cNvPr id="11" name="Rectangle 10"/>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5"/>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7"/>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8"/>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0"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1"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grpSp>
        <p:nvGrpSpPr>
          <p:cNvPr id="22" name="Group 21">
            <a:extLst>
              <a:ext uri="{FF2B5EF4-FFF2-40B4-BE49-F238E27FC236}">
                <a16:creationId xmlns:a16="http://schemas.microsoft.com/office/drawing/2014/main" id="{99371872-34E0-4E87-A880-855C986DEFEB}"/>
              </a:ext>
            </a:extLst>
          </p:cNvPr>
          <p:cNvGrpSpPr/>
          <p:nvPr userDrawn="1"/>
        </p:nvGrpSpPr>
        <p:grpSpPr>
          <a:xfrm>
            <a:off x="548640" y="398465"/>
            <a:ext cx="990600" cy="735013"/>
            <a:chOff x="657226" y="398463"/>
            <a:chExt cx="990600" cy="735013"/>
          </a:xfrm>
          <a:gradFill>
            <a:gsLst>
              <a:gs pos="0">
                <a:srgbClr val="F2A11F"/>
              </a:gs>
              <a:gs pos="37000">
                <a:srgbClr val="EC5124"/>
              </a:gs>
              <a:gs pos="79000">
                <a:srgbClr val="D32A27"/>
              </a:gs>
              <a:gs pos="100000">
                <a:srgbClr val="7A425E"/>
              </a:gs>
            </a:gsLst>
            <a:lin ang="2400000" scaled="0"/>
          </a:gradFill>
        </p:grpSpPr>
        <p:sp>
          <p:nvSpPr>
            <p:cNvPr id="23" name="Freeform 5">
              <a:extLst>
                <a:ext uri="{FF2B5EF4-FFF2-40B4-BE49-F238E27FC236}">
                  <a16:creationId xmlns:a16="http://schemas.microsoft.com/office/drawing/2014/main" id="{CA59E31A-C52B-4474-A5A0-530DF770A454}"/>
                </a:ext>
              </a:extLst>
            </p:cNvPr>
            <p:cNvSpPr>
              <a:spLocks/>
            </p:cNvSpPr>
            <p:nvPr userDrawn="1"/>
          </p:nvSpPr>
          <p:spPr bwMode="auto">
            <a:xfrm>
              <a:off x="657226"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4" name="Freeform 6">
              <a:extLst>
                <a:ext uri="{FF2B5EF4-FFF2-40B4-BE49-F238E27FC236}">
                  <a16:creationId xmlns:a16="http://schemas.microsoft.com/office/drawing/2014/main" id="{123B3F17-34EE-4FBA-8852-7ED07762D8EB}"/>
                </a:ext>
              </a:extLst>
            </p:cNvPr>
            <p:cNvSpPr>
              <a:spLocks/>
            </p:cNvSpPr>
            <p:nvPr userDrawn="1"/>
          </p:nvSpPr>
          <p:spPr bwMode="auto">
            <a:xfrm>
              <a:off x="1195388" y="398463"/>
              <a:ext cx="452438" cy="735013"/>
            </a:xfrm>
            <a:custGeom>
              <a:avLst/>
              <a:gdLst>
                <a:gd name="T0" fmla="*/ 0 w 452"/>
                <a:gd name="T1" fmla="*/ 428 h 736"/>
                <a:gd name="T2" fmla="*/ 422 w 452"/>
                <a:gd name="T3" fmla="*/ 0 h 736"/>
                <a:gd name="T4" fmla="*/ 452 w 452"/>
                <a:gd name="T5" fmla="*/ 144 h 736"/>
                <a:gd name="T6" fmla="*/ 228 w 452"/>
                <a:gd name="T7" fmla="*/ 370 h 736"/>
                <a:gd name="T8" fmla="*/ 370 w 452"/>
                <a:gd name="T9" fmla="*/ 370 h 736"/>
                <a:gd name="T10" fmla="*/ 370 w 452"/>
                <a:gd name="T11" fmla="*/ 736 h 736"/>
                <a:gd name="T12" fmla="*/ 0 w 452"/>
                <a:gd name="T13" fmla="*/ 736 h 736"/>
                <a:gd name="T14" fmla="*/ 0 w 452"/>
                <a:gd name="T15" fmla="*/ 428 h 7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2" h="736">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1200654041"/>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 Product">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566888"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9" name="Content Placeholder 2"/>
          <p:cNvSpPr>
            <a:spLocks noGrp="1"/>
          </p:cNvSpPr>
          <p:nvPr>
            <p:ph sz="half" idx="18"/>
          </p:nvPr>
        </p:nvSpPr>
        <p:spPr bwMode="gray">
          <a:xfrm>
            <a:off x="6835286" y="1307595"/>
            <a:ext cx="4707555" cy="4919589"/>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tx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tx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tx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28"/>
          <p:cNvSpPr>
            <a:spLocks noGrp="1"/>
          </p:cNvSpPr>
          <p:nvPr>
            <p:ph type="title" hasCustomPrompt="1"/>
          </p:nvPr>
        </p:nvSpPr>
        <p:spPr bwMode="gray">
          <a:xfrm>
            <a:off x="6835285" y="402336"/>
            <a:ext cx="4707555"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r>
              <a:rPr lang="en-US" dirty="0"/>
              <a:t>Click to edit title</a:t>
            </a:r>
          </a:p>
        </p:txBody>
      </p:sp>
      <p:sp>
        <p:nvSpPr>
          <p:cNvPr id="18"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42055685"/>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ent w/ Product_Black">
    <p:bg>
      <p:bgPr>
        <a:solidFill>
          <a:schemeClr val="tx1"/>
        </a:solidFill>
        <a:effectLst/>
      </p:bgPr>
    </p:bg>
    <p:spTree>
      <p:nvGrpSpPr>
        <p:cNvPr id="1" name=""/>
        <p:cNvGrpSpPr/>
        <p:nvPr/>
      </p:nvGrpSpPr>
      <p:grpSpPr>
        <a:xfrm>
          <a:off x="0" y="0"/>
          <a:ext cx="0" cy="0"/>
          <a:chOff x="0" y="0"/>
          <a:chExt cx="0" cy="0"/>
        </a:xfrm>
      </p:grpSpPr>
      <p:sp>
        <p:nvSpPr>
          <p:cNvPr id="7" name="Picture Placeholder 8"/>
          <p:cNvSpPr>
            <a:spLocks noGrp="1"/>
          </p:cNvSpPr>
          <p:nvPr>
            <p:ph type="pic" sz="quarter" idx="17"/>
          </p:nvPr>
        </p:nvSpPr>
        <p:spPr>
          <a:xfrm>
            <a:off x="0" y="0"/>
            <a:ext cx="6566888" cy="6858000"/>
          </a:xfrm>
          <a:prstGeom prst="rect">
            <a:avLst/>
          </a:prstGeom>
        </p:spPr>
        <p:txBody>
          <a:bodyPr anchor="ctr"/>
          <a:lstStyle>
            <a:lvl1pPr marL="0" indent="0" algn="ctr">
              <a:buNone/>
              <a:defRPr sz="2400">
                <a:solidFill>
                  <a:schemeClr val="accent1"/>
                </a:solidFill>
              </a:defRPr>
            </a:lvl1pPr>
          </a:lstStyle>
          <a:p>
            <a:endParaRPr lang="en-US" dirty="0"/>
          </a:p>
        </p:txBody>
      </p:sp>
      <p:sp>
        <p:nvSpPr>
          <p:cNvPr id="9" name="Content Placeholder 2"/>
          <p:cNvSpPr>
            <a:spLocks noGrp="1"/>
          </p:cNvSpPr>
          <p:nvPr>
            <p:ph sz="half" idx="18"/>
          </p:nvPr>
        </p:nvSpPr>
        <p:spPr bwMode="gray">
          <a:xfrm>
            <a:off x="6835286" y="1307593"/>
            <a:ext cx="4707555" cy="5023760"/>
          </a:xfrm>
          <a:prstGeom prst="rect">
            <a:avLst/>
          </a:prstGeom>
        </p:spPr>
        <p:txBody>
          <a:bodyPr lIns="0" tIns="0" rIns="0" bIns="0"/>
          <a:lstStyle>
            <a:lvl1pPr marL="171428" indent="-171428">
              <a:lnSpc>
                <a:spcPct val="90000"/>
              </a:lnSpc>
              <a:spcBef>
                <a:spcPts val="500"/>
              </a:spcBef>
              <a:buClrTx/>
              <a:buFont typeface="Arial" panose="020B0604020202020204" pitchFamily="34" charset="0"/>
              <a:buChar char="•"/>
              <a:defRPr sz="2000">
                <a:solidFill>
                  <a:schemeClr val="bg1"/>
                </a:solidFill>
                <a:latin typeface="Arial" pitchFamily="34" charset="0"/>
                <a:cs typeface="Arial" pitchFamily="34" charset="0"/>
              </a:defRPr>
            </a:lvl1pPr>
            <a:lvl2pPr marL="609416" indent="-228531">
              <a:lnSpc>
                <a:spcPct val="90000"/>
              </a:lnSpc>
              <a:spcBef>
                <a:spcPts val="500"/>
              </a:spcBef>
              <a:buClrTx/>
              <a:buFont typeface="Arial" pitchFamily="34" charset="0"/>
              <a:buChar char="–"/>
              <a:defRPr sz="1800">
                <a:solidFill>
                  <a:schemeClr val="bg1"/>
                </a:solidFill>
                <a:latin typeface="Arial" pitchFamily="34" charset="0"/>
                <a:cs typeface="Arial" pitchFamily="34" charset="0"/>
              </a:defRPr>
            </a:lvl2pPr>
            <a:lvl3pPr marL="835833"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3pPr>
            <a:lvl4pPr marL="1146889" indent="-156587">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4pPr>
            <a:lvl5pPr marL="1445249" indent="-150239">
              <a:lnSpc>
                <a:spcPct val="90000"/>
              </a:lnSpc>
              <a:spcBef>
                <a:spcPts val="500"/>
              </a:spcBef>
              <a:buClrTx/>
              <a:buFont typeface="Arial" panose="020B0604020202020204" pitchFamily="34" charset="0"/>
              <a:buChar char="-"/>
              <a:defRPr sz="1800">
                <a:solidFill>
                  <a:schemeClr val="bg1"/>
                </a:solidFill>
                <a:latin typeface="Arial" pitchFamily="34" charset="0"/>
                <a:cs typeface="Arial" pitchFamily="34" charset="0"/>
              </a:defRPr>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itle 28"/>
          <p:cNvSpPr>
            <a:spLocks noGrp="1"/>
          </p:cNvSpPr>
          <p:nvPr>
            <p:ph type="title" hasCustomPrompt="1"/>
          </p:nvPr>
        </p:nvSpPr>
        <p:spPr bwMode="gray">
          <a:xfrm>
            <a:off x="6835285" y="402336"/>
            <a:ext cx="4707555"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bg1"/>
                </a:solidFill>
                <a:latin typeface="Arial" pitchFamily="34" charset="0"/>
                <a:ea typeface="+mn-ea"/>
                <a:cs typeface="Arial" pitchFamily="34" charset="0"/>
              </a:defRPr>
            </a:lvl1pPr>
          </a:lstStyle>
          <a:p>
            <a:r>
              <a:rPr lang="en-US" dirty="0"/>
              <a:t>Click to edit title</a:t>
            </a:r>
          </a:p>
        </p:txBody>
      </p:sp>
      <p:sp>
        <p:nvSpPr>
          <p:cNvPr id="12"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grpSp>
        <p:nvGrpSpPr>
          <p:cNvPr id="10" name="Group 9"/>
          <p:cNvGrpSpPr/>
          <p:nvPr userDrawn="1"/>
        </p:nvGrpSpPr>
        <p:grpSpPr>
          <a:xfrm>
            <a:off x="554338" y="6421482"/>
            <a:ext cx="734356" cy="245008"/>
            <a:chOff x="547688" y="952500"/>
            <a:chExt cx="12190413" cy="4067175"/>
          </a:xfrm>
        </p:grpSpPr>
        <p:sp>
          <p:nvSpPr>
            <p:cNvPr id="13" name="Rectangle 12"/>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5"/>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6"/>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
        <p:nvSpPr>
          <p:cNvPr id="20" name="TextBox 6">
            <a:extLst>
              <a:ext uri="{FF2B5EF4-FFF2-40B4-BE49-F238E27FC236}">
                <a16:creationId xmlns:a16="http://schemas.microsoft.com/office/drawing/2014/main" id="{3CF2A7D7-62A3-456F-9ADC-2198F8BA994D}"/>
              </a:ext>
            </a:extLst>
          </p:cNvPr>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spTree>
    <p:extLst>
      <p:ext uri="{BB962C8B-B14F-4D97-AF65-F5344CB8AC3E}">
        <p14:creationId xmlns:p14="http://schemas.microsoft.com/office/powerpoint/2010/main" val="676297037"/>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640" y="402336"/>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r>
              <a:rPr lang="en-US" dirty="0"/>
              <a:t>Click to edit master title</a:t>
            </a:r>
          </a:p>
        </p:txBody>
      </p:sp>
      <p:sp>
        <p:nvSpPr>
          <p:cNvPr id="9" name="Chart Placeholder 2"/>
          <p:cNvSpPr>
            <a:spLocks noGrp="1"/>
          </p:cNvSpPr>
          <p:nvPr>
            <p:ph type="chart" sz="quarter" idx="10" hasCustomPrompt="1"/>
          </p:nvPr>
        </p:nvSpPr>
        <p:spPr bwMode="gray">
          <a:xfrm>
            <a:off x="548641" y="1307593"/>
            <a:ext cx="11073385" cy="4919588"/>
          </a:xfrm>
          <a:prstGeom prst="rect">
            <a:avLst/>
          </a:prstGeom>
        </p:spPr>
        <p:txBody>
          <a:bodyPr lIns="121899" tIns="853291" rIns="121899" bIns="60949" anchor="ctr" anchorCtr="0"/>
          <a:lstStyle>
            <a:lvl1pPr marL="0" indent="0" algn="ctr">
              <a:buFontTx/>
              <a:buNone/>
              <a:defRPr sz="2400" baseline="0">
                <a:solidFill>
                  <a:schemeClr val="bg2"/>
                </a:solidFill>
              </a:defRPr>
            </a:lvl1pPr>
          </a:lstStyle>
          <a:p>
            <a:r>
              <a:rPr lang="en-US" dirty="0"/>
              <a:t>Click icon to create chart</a:t>
            </a:r>
          </a:p>
        </p:txBody>
      </p:sp>
      <p:sp>
        <p:nvSpPr>
          <p:cNvPr id="16"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3576614"/>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hart Slide_Black">
    <p:bg>
      <p:bgPr>
        <a:solidFill>
          <a:schemeClr val="tx1"/>
        </a:solidFill>
        <a:effectLst/>
      </p:bgPr>
    </p:bg>
    <p:spTree>
      <p:nvGrpSpPr>
        <p:cNvPr id="1" name=""/>
        <p:cNvGrpSpPr/>
        <p:nvPr/>
      </p:nvGrpSpPr>
      <p:grpSpPr>
        <a:xfrm>
          <a:off x="0" y="0"/>
          <a:ext cx="0" cy="0"/>
          <a:chOff x="0" y="0"/>
          <a:chExt cx="0" cy="0"/>
        </a:xfrm>
      </p:grpSpPr>
      <p:sp>
        <p:nvSpPr>
          <p:cNvPr id="10" name="Title 28"/>
          <p:cNvSpPr>
            <a:spLocks noGrp="1"/>
          </p:cNvSpPr>
          <p:nvPr>
            <p:ph type="title" hasCustomPrompt="1"/>
          </p:nvPr>
        </p:nvSpPr>
        <p:spPr bwMode="gray">
          <a:xfrm>
            <a:off x="548640" y="402336"/>
            <a:ext cx="11073384" cy="521208"/>
          </a:xfrm>
          <a:prstGeom prst="rect">
            <a:avLst/>
          </a:prstGeom>
        </p:spPr>
        <p:txBody>
          <a:bodyPr wrap="square" lIns="0" tIns="0" rIns="0" bIns="0" anchor="t"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bg1"/>
                </a:solidFill>
                <a:latin typeface="Arial" pitchFamily="34" charset="0"/>
                <a:ea typeface="+mn-ea"/>
                <a:cs typeface="Arial" pitchFamily="34" charset="0"/>
              </a:defRPr>
            </a:lvl1pPr>
          </a:lstStyle>
          <a:p>
            <a:r>
              <a:rPr lang="en-US" dirty="0"/>
              <a:t>Click to edit master title</a:t>
            </a:r>
          </a:p>
        </p:txBody>
      </p:sp>
      <p:sp>
        <p:nvSpPr>
          <p:cNvPr id="9" name="Chart Placeholder 2"/>
          <p:cNvSpPr>
            <a:spLocks noGrp="1"/>
          </p:cNvSpPr>
          <p:nvPr>
            <p:ph type="chart" sz="quarter" idx="10" hasCustomPrompt="1"/>
          </p:nvPr>
        </p:nvSpPr>
        <p:spPr bwMode="gray">
          <a:xfrm>
            <a:off x="548641" y="1307593"/>
            <a:ext cx="11073385" cy="4919588"/>
          </a:xfrm>
          <a:prstGeom prst="rect">
            <a:avLst/>
          </a:prstGeom>
        </p:spPr>
        <p:txBody>
          <a:bodyPr lIns="121899" tIns="853291" rIns="121899" bIns="60949" anchor="ctr" anchorCtr="0"/>
          <a:lstStyle>
            <a:lvl1pPr marL="0" indent="0" algn="ctr">
              <a:buFontTx/>
              <a:buNone/>
              <a:defRPr sz="2400" baseline="0">
                <a:solidFill>
                  <a:schemeClr val="bg1"/>
                </a:solidFill>
              </a:defRPr>
            </a:lvl1pPr>
          </a:lstStyle>
          <a:p>
            <a:r>
              <a:rPr lang="en-US" dirty="0"/>
              <a:t>Click icon to create chart</a:t>
            </a:r>
          </a:p>
        </p:txBody>
      </p:sp>
      <p:sp>
        <p:nvSpPr>
          <p:cNvPr id="11"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
        <p:nvSpPr>
          <p:cNvPr id="6" name="TextBox 5"/>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2021 Lenovo Internal. All rights reserved.</a:t>
            </a:r>
          </a:p>
        </p:txBody>
      </p:sp>
      <p:grpSp>
        <p:nvGrpSpPr>
          <p:cNvPr id="7" name="Group 6"/>
          <p:cNvGrpSpPr/>
          <p:nvPr userDrawn="1"/>
        </p:nvGrpSpPr>
        <p:grpSpPr>
          <a:xfrm>
            <a:off x="554338" y="6421482"/>
            <a:ext cx="734356" cy="245008"/>
            <a:chOff x="547688" y="952500"/>
            <a:chExt cx="12190413" cy="4067175"/>
          </a:xfrm>
        </p:grpSpPr>
        <p:sp>
          <p:nvSpPr>
            <p:cNvPr id="8" name="Rectangle 7"/>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2" name="Freeform 11"/>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3" name="Freeform 12"/>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4" name="Freeform 13"/>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5" name="Freeform 14"/>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6"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Tree>
    <p:extLst>
      <p:ext uri="{BB962C8B-B14F-4D97-AF65-F5344CB8AC3E}">
        <p14:creationId xmlns:p14="http://schemas.microsoft.com/office/powerpoint/2010/main" val="4230333210"/>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12"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63835932"/>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Slide_Black">
    <p:bg>
      <p:bgPr>
        <a:solidFill>
          <a:schemeClr val="tx1"/>
        </a:solidFill>
        <a:effectLst/>
      </p:bgPr>
    </p:bg>
    <p:spTree>
      <p:nvGrpSpPr>
        <p:cNvPr id="1" name=""/>
        <p:cNvGrpSpPr/>
        <p:nvPr/>
      </p:nvGrpSpPr>
      <p:grpSpPr>
        <a:xfrm>
          <a:off x="0" y="0"/>
          <a:ext cx="0" cy="0"/>
          <a:chOff x="0" y="0"/>
          <a:chExt cx="0" cy="0"/>
        </a:xfrm>
      </p:grpSpPr>
      <p:sp>
        <p:nvSpPr>
          <p:cNvPr id="9"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bg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grpSp>
        <p:nvGrpSpPr>
          <p:cNvPr id="15" name="Group 14"/>
          <p:cNvGrpSpPr/>
          <p:nvPr userDrawn="1"/>
        </p:nvGrpSpPr>
        <p:grpSpPr>
          <a:xfrm>
            <a:off x="554338" y="6421482"/>
            <a:ext cx="734356" cy="245008"/>
            <a:chOff x="547688" y="952500"/>
            <a:chExt cx="12190413" cy="4067175"/>
          </a:xfrm>
        </p:grpSpPr>
        <p:sp>
          <p:nvSpPr>
            <p:cNvPr id="16" name="Rectangle 15"/>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7" name="Freeform 16"/>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8" name="Freeform 17"/>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19" name="Freeform 18"/>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0" name="Freeform 19"/>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1"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sp>
          <p:nvSpPr>
            <p:cNvPr id="22"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solidFill>
                  <a:schemeClr val="bg1"/>
                </a:solidFill>
              </a:endParaRPr>
            </a:p>
          </p:txBody>
        </p:sp>
      </p:grpSp>
      <p:sp>
        <p:nvSpPr>
          <p:cNvPr id="12" name="TextBox 6">
            <a:extLst>
              <a:ext uri="{FF2B5EF4-FFF2-40B4-BE49-F238E27FC236}">
                <a16:creationId xmlns:a16="http://schemas.microsoft.com/office/drawing/2014/main" id="{99D97D66-2DF1-4A03-96A8-75C94AA38D20}"/>
              </a:ext>
            </a:extLst>
          </p:cNvPr>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solidFill>
                  <a:schemeClr val="bg1"/>
                </a:solidFill>
                <a:latin typeface="Arial" pitchFamily="34" charset="0"/>
                <a:cs typeface="Arial" pitchFamily="34" charset="0"/>
              </a:rPr>
              <a:t>2022 Lenovo Internal. All rights reserved.</a:t>
            </a:r>
          </a:p>
        </p:txBody>
      </p:sp>
    </p:spTree>
    <p:extLst>
      <p:ext uri="{BB962C8B-B14F-4D97-AF65-F5344CB8AC3E}">
        <p14:creationId xmlns:p14="http://schemas.microsoft.com/office/powerpoint/2010/main" val="1737376891"/>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grpSp>
        <p:nvGrpSpPr>
          <p:cNvPr id="81" name="Group 80"/>
          <p:cNvGrpSpPr/>
          <p:nvPr userDrawn="1"/>
        </p:nvGrpSpPr>
        <p:grpSpPr>
          <a:xfrm rot="16200000">
            <a:off x="372593" y="2655660"/>
            <a:ext cx="6856214" cy="1544890"/>
            <a:chOff x="541049" y="2649538"/>
            <a:chExt cx="9285724" cy="2092325"/>
          </a:xfrm>
          <a:solidFill>
            <a:schemeClr val="tx1"/>
          </a:solidFill>
        </p:grpSpPr>
        <p:sp>
          <p:nvSpPr>
            <p:cNvPr id="5" name="Freeform 5"/>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Freeform 6"/>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 name="Freeform 7"/>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 name="Freeform 8"/>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 name="Freeform 9"/>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4" name="Freeform 10"/>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6" name="Oval 11"/>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grpSp>
        <p:nvGrpSpPr>
          <p:cNvPr id="22" name="Group 21">
            <a:extLst>
              <a:ext uri="{FF2B5EF4-FFF2-40B4-BE49-F238E27FC236}">
                <a16:creationId xmlns:a16="http://schemas.microsoft.com/office/drawing/2014/main" id="{D217900D-5033-4638-8DF2-07DE57B5B97E}"/>
              </a:ext>
            </a:extLst>
          </p:cNvPr>
          <p:cNvGrpSpPr/>
          <p:nvPr userDrawn="1"/>
        </p:nvGrpSpPr>
        <p:grpSpPr>
          <a:xfrm>
            <a:off x="7045327" y="1676401"/>
            <a:ext cx="5145087" cy="3505200"/>
            <a:chOff x="7045325" y="1676401"/>
            <a:chExt cx="5145087" cy="3505200"/>
          </a:xfrm>
        </p:grpSpPr>
        <p:sp>
          <p:nvSpPr>
            <p:cNvPr id="12" name="Freeform 5">
              <a:extLst>
                <a:ext uri="{FF2B5EF4-FFF2-40B4-BE49-F238E27FC236}">
                  <a16:creationId xmlns:a16="http://schemas.microsoft.com/office/drawing/2014/main" id="{42A022AC-236A-4C47-9960-6BBBDE197CD4}"/>
                </a:ext>
              </a:extLst>
            </p:cNvPr>
            <p:cNvSpPr>
              <a:spLocks noEditPoints="1"/>
            </p:cNvSpPr>
            <p:nvPr userDrawn="1"/>
          </p:nvSpPr>
          <p:spPr bwMode="auto">
            <a:xfrm>
              <a:off x="7045325" y="1676401"/>
              <a:ext cx="5145087" cy="3505200"/>
            </a:xfrm>
            <a:custGeom>
              <a:avLst/>
              <a:gdLst>
                <a:gd name="T0" fmla="*/ 717 w 2697"/>
                <a:gd name="T1" fmla="*/ 241 h 1832"/>
                <a:gd name="T2" fmla="*/ 698 w 2697"/>
                <a:gd name="T3" fmla="*/ 358 h 1832"/>
                <a:gd name="T4" fmla="*/ 755 w 2697"/>
                <a:gd name="T5" fmla="*/ 353 h 1832"/>
                <a:gd name="T6" fmla="*/ 952 w 2697"/>
                <a:gd name="T7" fmla="*/ 431 h 1832"/>
                <a:gd name="T8" fmla="*/ 1077 w 2697"/>
                <a:gd name="T9" fmla="*/ 299 h 1832"/>
                <a:gd name="T10" fmla="*/ 769 w 2697"/>
                <a:gd name="T11" fmla="*/ 229 h 1832"/>
                <a:gd name="T12" fmla="*/ 1219 w 2697"/>
                <a:gd name="T13" fmla="*/ 431 h 1832"/>
                <a:gd name="T14" fmla="*/ 1120 w 2697"/>
                <a:gd name="T15" fmla="*/ 287 h 1832"/>
                <a:gd name="T16" fmla="*/ 1089 w 2697"/>
                <a:gd name="T17" fmla="*/ 373 h 1832"/>
                <a:gd name="T18" fmla="*/ 1175 w 2697"/>
                <a:gd name="T19" fmla="*/ 395 h 1832"/>
                <a:gd name="T20" fmla="*/ 1412 w 2697"/>
                <a:gd name="T21" fmla="*/ 225 h 1832"/>
                <a:gd name="T22" fmla="*/ 1348 w 2697"/>
                <a:gd name="T23" fmla="*/ 356 h 1832"/>
                <a:gd name="T24" fmla="*/ 1505 w 2697"/>
                <a:gd name="T25" fmla="*/ 364 h 1832"/>
                <a:gd name="T26" fmla="*/ 1448 w 2697"/>
                <a:gd name="T27" fmla="*/ 177 h 1832"/>
                <a:gd name="T28" fmla="*/ 1666 w 2697"/>
                <a:gd name="T29" fmla="*/ 435 h 1832"/>
                <a:gd name="T30" fmla="*/ 1758 w 2697"/>
                <a:gd name="T31" fmla="*/ 335 h 1832"/>
                <a:gd name="T32" fmla="*/ 1703 w 2697"/>
                <a:gd name="T33" fmla="*/ 314 h 1832"/>
                <a:gd name="T34" fmla="*/ 1892 w 2697"/>
                <a:gd name="T35" fmla="*/ 225 h 1832"/>
                <a:gd name="T36" fmla="*/ 1828 w 2697"/>
                <a:gd name="T37" fmla="*/ 356 h 1832"/>
                <a:gd name="T38" fmla="*/ 24 w 2697"/>
                <a:gd name="T39" fmla="*/ 634 h 1832"/>
                <a:gd name="T40" fmla="*/ 81 w 2697"/>
                <a:gd name="T41" fmla="*/ 720 h 1832"/>
                <a:gd name="T42" fmla="*/ 237 w 2697"/>
                <a:gd name="T43" fmla="*/ 581 h 1832"/>
                <a:gd name="T44" fmla="*/ 243 w 2697"/>
                <a:gd name="T45" fmla="*/ 745 h 1832"/>
                <a:gd name="T46" fmla="*/ 237 w 2697"/>
                <a:gd name="T47" fmla="*/ 627 h 1832"/>
                <a:gd name="T48" fmla="*/ 450 w 2697"/>
                <a:gd name="T49" fmla="*/ 631 h 1832"/>
                <a:gd name="T50" fmla="*/ 449 w 2697"/>
                <a:gd name="T51" fmla="*/ 791 h 1832"/>
                <a:gd name="T52" fmla="*/ 598 w 2697"/>
                <a:gd name="T53" fmla="*/ 512 h 1832"/>
                <a:gd name="T54" fmla="*/ 669 w 2697"/>
                <a:gd name="T55" fmla="*/ 674 h 1832"/>
                <a:gd name="T56" fmla="*/ 798 w 2697"/>
                <a:gd name="T57" fmla="*/ 614 h 1832"/>
                <a:gd name="T58" fmla="*/ 833 w 2697"/>
                <a:gd name="T59" fmla="*/ 633 h 1832"/>
                <a:gd name="T60" fmla="*/ 1155 w 2697"/>
                <a:gd name="T61" fmla="*/ 686 h 1832"/>
                <a:gd name="T62" fmla="*/ 1155 w 2697"/>
                <a:gd name="T63" fmla="*/ 686 h 1832"/>
                <a:gd name="T64" fmla="*/ 1047 w 2697"/>
                <a:gd name="T65" fmla="*/ 742 h 1832"/>
                <a:gd name="T66" fmla="*/ 1167 w 2697"/>
                <a:gd name="T67" fmla="*/ 787 h 1832"/>
                <a:gd name="T68" fmla="*/ 1453 w 2697"/>
                <a:gd name="T69" fmla="*/ 686 h 1832"/>
                <a:gd name="T70" fmla="*/ 1344 w 2697"/>
                <a:gd name="T71" fmla="*/ 631 h 1832"/>
                <a:gd name="T72" fmla="*/ 1562 w 2697"/>
                <a:gd name="T73" fmla="*/ 848 h 1832"/>
                <a:gd name="T74" fmla="*/ 1552 w 2697"/>
                <a:gd name="T75" fmla="*/ 581 h 1832"/>
                <a:gd name="T76" fmla="*/ 1560 w 2697"/>
                <a:gd name="T77" fmla="*/ 802 h 1832"/>
                <a:gd name="T78" fmla="*/ 1618 w 2697"/>
                <a:gd name="T79" fmla="*/ 676 h 1832"/>
                <a:gd name="T80" fmla="*/ 1743 w 2697"/>
                <a:gd name="T81" fmla="*/ 801 h 1832"/>
                <a:gd name="T82" fmla="*/ 1834 w 2697"/>
                <a:gd name="T83" fmla="*/ 585 h 1832"/>
                <a:gd name="T84" fmla="*/ 1101 w 2697"/>
                <a:gd name="T85" fmla="*/ 940 h 1832"/>
                <a:gd name="T86" fmla="*/ 974 w 2697"/>
                <a:gd name="T87" fmla="*/ 965 h 1832"/>
                <a:gd name="T88" fmla="*/ 1101 w 2697"/>
                <a:gd name="T89" fmla="*/ 1012 h 1832"/>
                <a:gd name="T90" fmla="*/ 1318 w 2697"/>
                <a:gd name="T91" fmla="*/ 1064 h 1832"/>
                <a:gd name="T92" fmla="*/ 1156 w 2697"/>
                <a:gd name="T93" fmla="*/ 1063 h 1832"/>
                <a:gd name="T94" fmla="*/ 1332 w 2697"/>
                <a:gd name="T95" fmla="*/ 963 h 1832"/>
                <a:gd name="T96" fmla="*/ 1453 w 2697"/>
                <a:gd name="T97" fmla="*/ 959 h 1832"/>
                <a:gd name="T98" fmla="*/ 1657 w 2697"/>
                <a:gd name="T99" fmla="*/ 1046 h 1832"/>
                <a:gd name="T100" fmla="*/ 1657 w 2697"/>
                <a:gd name="T101" fmla="*/ 1143 h 1832"/>
                <a:gd name="T102" fmla="*/ 1658 w 2697"/>
                <a:gd name="T103" fmla="*/ 1094 h 1832"/>
                <a:gd name="T104" fmla="*/ 1658 w 2697"/>
                <a:gd name="T105" fmla="*/ 1094 h 1832"/>
                <a:gd name="T106" fmla="*/ 1817 w 2697"/>
                <a:gd name="T107" fmla="*/ 1165 h 1832"/>
                <a:gd name="T108" fmla="*/ 2086 w 2697"/>
                <a:gd name="T109" fmla="*/ 1832 h 1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97" h="1832">
                  <a:moveTo>
                    <a:pt x="755" y="352"/>
                  </a:moveTo>
                  <a:cubicBezTo>
                    <a:pt x="755" y="306"/>
                    <a:pt x="725" y="287"/>
                    <a:pt x="672" y="273"/>
                  </a:cubicBezTo>
                  <a:cubicBezTo>
                    <a:pt x="626" y="261"/>
                    <a:pt x="615" y="256"/>
                    <a:pt x="615" y="238"/>
                  </a:cubicBezTo>
                  <a:cubicBezTo>
                    <a:pt x="615" y="238"/>
                    <a:pt x="615" y="238"/>
                    <a:pt x="615" y="238"/>
                  </a:cubicBezTo>
                  <a:cubicBezTo>
                    <a:pt x="615" y="225"/>
                    <a:pt x="626" y="215"/>
                    <a:pt x="649" y="215"/>
                  </a:cubicBezTo>
                  <a:cubicBezTo>
                    <a:pt x="671" y="215"/>
                    <a:pt x="694" y="224"/>
                    <a:pt x="717" y="241"/>
                  </a:cubicBezTo>
                  <a:cubicBezTo>
                    <a:pt x="747" y="197"/>
                    <a:pt x="747" y="197"/>
                    <a:pt x="747" y="197"/>
                  </a:cubicBezTo>
                  <a:cubicBezTo>
                    <a:pt x="720" y="175"/>
                    <a:pt x="688" y="163"/>
                    <a:pt x="649" y="163"/>
                  </a:cubicBezTo>
                  <a:cubicBezTo>
                    <a:pt x="595" y="163"/>
                    <a:pt x="557" y="195"/>
                    <a:pt x="557" y="243"/>
                  </a:cubicBezTo>
                  <a:cubicBezTo>
                    <a:pt x="557" y="244"/>
                    <a:pt x="557" y="244"/>
                    <a:pt x="557" y="244"/>
                  </a:cubicBezTo>
                  <a:cubicBezTo>
                    <a:pt x="557" y="296"/>
                    <a:pt x="591" y="311"/>
                    <a:pt x="644" y="324"/>
                  </a:cubicBezTo>
                  <a:cubicBezTo>
                    <a:pt x="688" y="335"/>
                    <a:pt x="698" y="343"/>
                    <a:pt x="698" y="358"/>
                  </a:cubicBezTo>
                  <a:cubicBezTo>
                    <a:pt x="698" y="358"/>
                    <a:pt x="698" y="358"/>
                    <a:pt x="698" y="358"/>
                  </a:cubicBezTo>
                  <a:cubicBezTo>
                    <a:pt x="698" y="374"/>
                    <a:pt x="683" y="383"/>
                    <a:pt x="659" y="383"/>
                  </a:cubicBezTo>
                  <a:cubicBezTo>
                    <a:pt x="629" y="383"/>
                    <a:pt x="605" y="371"/>
                    <a:pt x="581" y="351"/>
                  </a:cubicBezTo>
                  <a:cubicBezTo>
                    <a:pt x="547" y="392"/>
                    <a:pt x="547" y="392"/>
                    <a:pt x="547" y="392"/>
                  </a:cubicBezTo>
                  <a:cubicBezTo>
                    <a:pt x="578" y="421"/>
                    <a:pt x="618" y="435"/>
                    <a:pt x="658" y="435"/>
                  </a:cubicBezTo>
                  <a:cubicBezTo>
                    <a:pt x="715" y="435"/>
                    <a:pt x="755" y="405"/>
                    <a:pt x="755" y="353"/>
                  </a:cubicBezTo>
                  <a:lnTo>
                    <a:pt x="755" y="352"/>
                  </a:lnTo>
                  <a:close/>
                  <a:moveTo>
                    <a:pt x="826" y="318"/>
                  </a:moveTo>
                  <a:cubicBezTo>
                    <a:pt x="826" y="291"/>
                    <a:pt x="839" y="277"/>
                    <a:pt x="861" y="277"/>
                  </a:cubicBezTo>
                  <a:cubicBezTo>
                    <a:pt x="882" y="277"/>
                    <a:pt x="894" y="291"/>
                    <a:pt x="894" y="318"/>
                  </a:cubicBezTo>
                  <a:cubicBezTo>
                    <a:pt x="894" y="431"/>
                    <a:pt x="894" y="431"/>
                    <a:pt x="894" y="431"/>
                  </a:cubicBezTo>
                  <a:cubicBezTo>
                    <a:pt x="952" y="431"/>
                    <a:pt x="952" y="431"/>
                    <a:pt x="952" y="431"/>
                  </a:cubicBezTo>
                  <a:cubicBezTo>
                    <a:pt x="952" y="318"/>
                    <a:pt x="952" y="318"/>
                    <a:pt x="952" y="318"/>
                  </a:cubicBezTo>
                  <a:cubicBezTo>
                    <a:pt x="952" y="291"/>
                    <a:pt x="965" y="277"/>
                    <a:pt x="986" y="277"/>
                  </a:cubicBezTo>
                  <a:cubicBezTo>
                    <a:pt x="1008" y="277"/>
                    <a:pt x="1020" y="291"/>
                    <a:pt x="1020" y="318"/>
                  </a:cubicBezTo>
                  <a:cubicBezTo>
                    <a:pt x="1020" y="431"/>
                    <a:pt x="1020" y="431"/>
                    <a:pt x="1020" y="431"/>
                  </a:cubicBezTo>
                  <a:cubicBezTo>
                    <a:pt x="1077" y="431"/>
                    <a:pt x="1077" y="431"/>
                    <a:pt x="1077" y="431"/>
                  </a:cubicBezTo>
                  <a:cubicBezTo>
                    <a:pt x="1077" y="299"/>
                    <a:pt x="1077" y="299"/>
                    <a:pt x="1077" y="299"/>
                  </a:cubicBezTo>
                  <a:cubicBezTo>
                    <a:pt x="1077" y="251"/>
                    <a:pt x="1051" y="225"/>
                    <a:pt x="1009" y="225"/>
                  </a:cubicBezTo>
                  <a:cubicBezTo>
                    <a:pt x="981" y="225"/>
                    <a:pt x="960" y="236"/>
                    <a:pt x="943" y="257"/>
                  </a:cubicBezTo>
                  <a:cubicBezTo>
                    <a:pt x="932" y="237"/>
                    <a:pt x="912" y="225"/>
                    <a:pt x="886" y="225"/>
                  </a:cubicBezTo>
                  <a:cubicBezTo>
                    <a:pt x="857" y="225"/>
                    <a:pt x="839" y="241"/>
                    <a:pt x="826" y="258"/>
                  </a:cubicBezTo>
                  <a:cubicBezTo>
                    <a:pt x="826" y="229"/>
                    <a:pt x="826" y="229"/>
                    <a:pt x="826" y="229"/>
                  </a:cubicBezTo>
                  <a:cubicBezTo>
                    <a:pt x="769" y="229"/>
                    <a:pt x="769" y="229"/>
                    <a:pt x="769" y="229"/>
                  </a:cubicBezTo>
                  <a:cubicBezTo>
                    <a:pt x="769" y="431"/>
                    <a:pt x="769" y="431"/>
                    <a:pt x="769" y="431"/>
                  </a:cubicBezTo>
                  <a:cubicBezTo>
                    <a:pt x="826" y="431"/>
                    <a:pt x="826" y="431"/>
                    <a:pt x="826" y="431"/>
                  </a:cubicBezTo>
                  <a:lnTo>
                    <a:pt x="826" y="318"/>
                  </a:lnTo>
                  <a:close/>
                  <a:moveTo>
                    <a:pt x="1158" y="435"/>
                  </a:moveTo>
                  <a:cubicBezTo>
                    <a:pt x="1186" y="435"/>
                    <a:pt x="1205" y="424"/>
                    <a:pt x="1219" y="409"/>
                  </a:cubicBezTo>
                  <a:cubicBezTo>
                    <a:pt x="1219" y="431"/>
                    <a:pt x="1219" y="431"/>
                    <a:pt x="1219" y="431"/>
                  </a:cubicBezTo>
                  <a:cubicBezTo>
                    <a:pt x="1274" y="431"/>
                    <a:pt x="1274" y="431"/>
                    <a:pt x="1274" y="431"/>
                  </a:cubicBezTo>
                  <a:cubicBezTo>
                    <a:pt x="1274" y="314"/>
                    <a:pt x="1274" y="314"/>
                    <a:pt x="1274" y="314"/>
                  </a:cubicBezTo>
                  <a:cubicBezTo>
                    <a:pt x="1274" y="287"/>
                    <a:pt x="1268" y="264"/>
                    <a:pt x="1253" y="249"/>
                  </a:cubicBezTo>
                  <a:cubicBezTo>
                    <a:pt x="1238" y="235"/>
                    <a:pt x="1216" y="227"/>
                    <a:pt x="1184" y="227"/>
                  </a:cubicBezTo>
                  <a:cubicBezTo>
                    <a:pt x="1150" y="227"/>
                    <a:pt x="1128" y="233"/>
                    <a:pt x="1106" y="243"/>
                  </a:cubicBezTo>
                  <a:cubicBezTo>
                    <a:pt x="1120" y="287"/>
                    <a:pt x="1120" y="287"/>
                    <a:pt x="1120" y="287"/>
                  </a:cubicBezTo>
                  <a:cubicBezTo>
                    <a:pt x="1139" y="280"/>
                    <a:pt x="1154" y="276"/>
                    <a:pt x="1176" y="276"/>
                  </a:cubicBezTo>
                  <a:cubicBezTo>
                    <a:pt x="1205" y="276"/>
                    <a:pt x="1219" y="289"/>
                    <a:pt x="1219" y="313"/>
                  </a:cubicBezTo>
                  <a:cubicBezTo>
                    <a:pt x="1219" y="316"/>
                    <a:pt x="1219" y="316"/>
                    <a:pt x="1219" y="316"/>
                  </a:cubicBezTo>
                  <a:cubicBezTo>
                    <a:pt x="1205" y="311"/>
                    <a:pt x="1190" y="308"/>
                    <a:pt x="1170" y="308"/>
                  </a:cubicBezTo>
                  <a:cubicBezTo>
                    <a:pt x="1122" y="308"/>
                    <a:pt x="1089" y="328"/>
                    <a:pt x="1089" y="372"/>
                  </a:cubicBezTo>
                  <a:cubicBezTo>
                    <a:pt x="1089" y="373"/>
                    <a:pt x="1089" y="373"/>
                    <a:pt x="1089" y="373"/>
                  </a:cubicBezTo>
                  <a:cubicBezTo>
                    <a:pt x="1089" y="413"/>
                    <a:pt x="1120" y="435"/>
                    <a:pt x="1158" y="435"/>
                  </a:cubicBezTo>
                  <a:close/>
                  <a:moveTo>
                    <a:pt x="1144" y="370"/>
                  </a:moveTo>
                  <a:cubicBezTo>
                    <a:pt x="1144" y="352"/>
                    <a:pt x="1159" y="342"/>
                    <a:pt x="1184" y="342"/>
                  </a:cubicBezTo>
                  <a:cubicBezTo>
                    <a:pt x="1198" y="342"/>
                    <a:pt x="1210" y="345"/>
                    <a:pt x="1220" y="349"/>
                  </a:cubicBezTo>
                  <a:cubicBezTo>
                    <a:pt x="1220" y="360"/>
                    <a:pt x="1220" y="360"/>
                    <a:pt x="1220" y="360"/>
                  </a:cubicBezTo>
                  <a:cubicBezTo>
                    <a:pt x="1220" y="380"/>
                    <a:pt x="1202" y="395"/>
                    <a:pt x="1175" y="395"/>
                  </a:cubicBezTo>
                  <a:cubicBezTo>
                    <a:pt x="1157" y="395"/>
                    <a:pt x="1144" y="386"/>
                    <a:pt x="1144" y="371"/>
                  </a:cubicBezTo>
                  <a:lnTo>
                    <a:pt x="1144" y="370"/>
                  </a:lnTo>
                  <a:close/>
                  <a:moveTo>
                    <a:pt x="1348" y="356"/>
                  </a:moveTo>
                  <a:cubicBezTo>
                    <a:pt x="1348" y="308"/>
                    <a:pt x="1371" y="285"/>
                    <a:pt x="1409" y="285"/>
                  </a:cubicBezTo>
                  <a:cubicBezTo>
                    <a:pt x="1412" y="285"/>
                    <a:pt x="1412" y="285"/>
                    <a:pt x="1412" y="285"/>
                  </a:cubicBezTo>
                  <a:cubicBezTo>
                    <a:pt x="1412" y="225"/>
                    <a:pt x="1412" y="225"/>
                    <a:pt x="1412" y="225"/>
                  </a:cubicBezTo>
                  <a:cubicBezTo>
                    <a:pt x="1378" y="224"/>
                    <a:pt x="1360" y="242"/>
                    <a:pt x="1348" y="270"/>
                  </a:cubicBezTo>
                  <a:cubicBezTo>
                    <a:pt x="1348" y="229"/>
                    <a:pt x="1348" y="229"/>
                    <a:pt x="1348" y="229"/>
                  </a:cubicBezTo>
                  <a:cubicBezTo>
                    <a:pt x="1291" y="229"/>
                    <a:pt x="1291" y="229"/>
                    <a:pt x="1291" y="229"/>
                  </a:cubicBezTo>
                  <a:cubicBezTo>
                    <a:pt x="1291" y="431"/>
                    <a:pt x="1291" y="431"/>
                    <a:pt x="1291" y="431"/>
                  </a:cubicBezTo>
                  <a:cubicBezTo>
                    <a:pt x="1348" y="431"/>
                    <a:pt x="1348" y="431"/>
                    <a:pt x="1348" y="431"/>
                  </a:cubicBezTo>
                  <a:lnTo>
                    <a:pt x="1348" y="356"/>
                  </a:lnTo>
                  <a:close/>
                  <a:moveTo>
                    <a:pt x="1448" y="374"/>
                  </a:moveTo>
                  <a:cubicBezTo>
                    <a:pt x="1448" y="420"/>
                    <a:pt x="1472" y="434"/>
                    <a:pt x="1507" y="434"/>
                  </a:cubicBezTo>
                  <a:cubicBezTo>
                    <a:pt x="1526" y="434"/>
                    <a:pt x="1540" y="430"/>
                    <a:pt x="1552" y="422"/>
                  </a:cubicBezTo>
                  <a:cubicBezTo>
                    <a:pt x="1552" y="377"/>
                    <a:pt x="1552" y="377"/>
                    <a:pt x="1552" y="377"/>
                  </a:cubicBezTo>
                  <a:cubicBezTo>
                    <a:pt x="1543" y="381"/>
                    <a:pt x="1534" y="384"/>
                    <a:pt x="1524" y="384"/>
                  </a:cubicBezTo>
                  <a:cubicBezTo>
                    <a:pt x="1511" y="384"/>
                    <a:pt x="1505" y="377"/>
                    <a:pt x="1505" y="364"/>
                  </a:cubicBezTo>
                  <a:cubicBezTo>
                    <a:pt x="1505" y="278"/>
                    <a:pt x="1505" y="278"/>
                    <a:pt x="1505" y="278"/>
                  </a:cubicBezTo>
                  <a:cubicBezTo>
                    <a:pt x="1553" y="278"/>
                    <a:pt x="1553" y="278"/>
                    <a:pt x="1553" y="278"/>
                  </a:cubicBezTo>
                  <a:cubicBezTo>
                    <a:pt x="1553" y="229"/>
                    <a:pt x="1553" y="229"/>
                    <a:pt x="1553" y="229"/>
                  </a:cubicBezTo>
                  <a:cubicBezTo>
                    <a:pt x="1505" y="229"/>
                    <a:pt x="1505" y="229"/>
                    <a:pt x="1505" y="229"/>
                  </a:cubicBezTo>
                  <a:cubicBezTo>
                    <a:pt x="1505" y="177"/>
                    <a:pt x="1505" y="177"/>
                    <a:pt x="1505" y="177"/>
                  </a:cubicBezTo>
                  <a:cubicBezTo>
                    <a:pt x="1448" y="177"/>
                    <a:pt x="1448" y="177"/>
                    <a:pt x="1448" y="177"/>
                  </a:cubicBezTo>
                  <a:cubicBezTo>
                    <a:pt x="1448" y="229"/>
                    <a:pt x="1448" y="229"/>
                    <a:pt x="1448" y="229"/>
                  </a:cubicBezTo>
                  <a:cubicBezTo>
                    <a:pt x="1424" y="229"/>
                    <a:pt x="1424" y="229"/>
                    <a:pt x="1424" y="229"/>
                  </a:cubicBezTo>
                  <a:cubicBezTo>
                    <a:pt x="1424" y="278"/>
                    <a:pt x="1424" y="278"/>
                    <a:pt x="1424" y="278"/>
                  </a:cubicBezTo>
                  <a:cubicBezTo>
                    <a:pt x="1448" y="278"/>
                    <a:pt x="1448" y="278"/>
                    <a:pt x="1448" y="278"/>
                  </a:cubicBezTo>
                  <a:lnTo>
                    <a:pt x="1448" y="374"/>
                  </a:lnTo>
                  <a:close/>
                  <a:moveTo>
                    <a:pt x="1666" y="435"/>
                  </a:moveTo>
                  <a:cubicBezTo>
                    <a:pt x="1702" y="435"/>
                    <a:pt x="1729" y="421"/>
                    <a:pt x="1748" y="398"/>
                  </a:cubicBezTo>
                  <a:cubicBezTo>
                    <a:pt x="1715" y="369"/>
                    <a:pt x="1715" y="369"/>
                    <a:pt x="1715" y="369"/>
                  </a:cubicBezTo>
                  <a:cubicBezTo>
                    <a:pt x="1700" y="383"/>
                    <a:pt x="1686" y="389"/>
                    <a:pt x="1666" y="389"/>
                  </a:cubicBezTo>
                  <a:cubicBezTo>
                    <a:pt x="1641" y="389"/>
                    <a:pt x="1623" y="376"/>
                    <a:pt x="1617" y="350"/>
                  </a:cubicBezTo>
                  <a:cubicBezTo>
                    <a:pt x="1758" y="350"/>
                    <a:pt x="1758" y="350"/>
                    <a:pt x="1758" y="350"/>
                  </a:cubicBezTo>
                  <a:cubicBezTo>
                    <a:pt x="1758" y="345"/>
                    <a:pt x="1758" y="339"/>
                    <a:pt x="1758" y="335"/>
                  </a:cubicBezTo>
                  <a:cubicBezTo>
                    <a:pt x="1758" y="277"/>
                    <a:pt x="1727" y="225"/>
                    <a:pt x="1660" y="225"/>
                  </a:cubicBezTo>
                  <a:cubicBezTo>
                    <a:pt x="1601" y="225"/>
                    <a:pt x="1560" y="273"/>
                    <a:pt x="1560" y="330"/>
                  </a:cubicBezTo>
                  <a:cubicBezTo>
                    <a:pt x="1560" y="331"/>
                    <a:pt x="1560" y="331"/>
                    <a:pt x="1560" y="331"/>
                  </a:cubicBezTo>
                  <a:cubicBezTo>
                    <a:pt x="1560" y="393"/>
                    <a:pt x="1605" y="435"/>
                    <a:pt x="1666" y="435"/>
                  </a:cubicBezTo>
                  <a:close/>
                  <a:moveTo>
                    <a:pt x="1660" y="271"/>
                  </a:moveTo>
                  <a:cubicBezTo>
                    <a:pt x="1684" y="271"/>
                    <a:pt x="1699" y="288"/>
                    <a:pt x="1703" y="314"/>
                  </a:cubicBezTo>
                  <a:cubicBezTo>
                    <a:pt x="1616" y="314"/>
                    <a:pt x="1616" y="314"/>
                    <a:pt x="1616" y="314"/>
                  </a:cubicBezTo>
                  <a:cubicBezTo>
                    <a:pt x="1621" y="288"/>
                    <a:pt x="1636" y="271"/>
                    <a:pt x="1660" y="271"/>
                  </a:cubicBezTo>
                  <a:close/>
                  <a:moveTo>
                    <a:pt x="1828" y="356"/>
                  </a:moveTo>
                  <a:cubicBezTo>
                    <a:pt x="1828" y="308"/>
                    <a:pt x="1851" y="285"/>
                    <a:pt x="1889" y="285"/>
                  </a:cubicBezTo>
                  <a:cubicBezTo>
                    <a:pt x="1892" y="285"/>
                    <a:pt x="1892" y="285"/>
                    <a:pt x="1892" y="285"/>
                  </a:cubicBezTo>
                  <a:cubicBezTo>
                    <a:pt x="1892" y="225"/>
                    <a:pt x="1892" y="225"/>
                    <a:pt x="1892" y="225"/>
                  </a:cubicBezTo>
                  <a:cubicBezTo>
                    <a:pt x="1858" y="224"/>
                    <a:pt x="1839" y="242"/>
                    <a:pt x="1828" y="270"/>
                  </a:cubicBezTo>
                  <a:cubicBezTo>
                    <a:pt x="1828" y="229"/>
                    <a:pt x="1828" y="229"/>
                    <a:pt x="1828" y="229"/>
                  </a:cubicBezTo>
                  <a:cubicBezTo>
                    <a:pt x="1770" y="229"/>
                    <a:pt x="1770" y="229"/>
                    <a:pt x="1770" y="229"/>
                  </a:cubicBezTo>
                  <a:cubicBezTo>
                    <a:pt x="1770" y="431"/>
                    <a:pt x="1770" y="431"/>
                    <a:pt x="1770" y="431"/>
                  </a:cubicBezTo>
                  <a:cubicBezTo>
                    <a:pt x="1828" y="431"/>
                    <a:pt x="1828" y="431"/>
                    <a:pt x="1828" y="431"/>
                  </a:cubicBezTo>
                  <a:lnTo>
                    <a:pt x="1828" y="356"/>
                  </a:lnTo>
                  <a:close/>
                  <a:moveTo>
                    <a:pt x="81" y="533"/>
                  </a:moveTo>
                  <a:cubicBezTo>
                    <a:pt x="24" y="533"/>
                    <a:pt x="24" y="533"/>
                    <a:pt x="24" y="533"/>
                  </a:cubicBezTo>
                  <a:cubicBezTo>
                    <a:pt x="24" y="585"/>
                    <a:pt x="24" y="585"/>
                    <a:pt x="24" y="585"/>
                  </a:cubicBezTo>
                  <a:cubicBezTo>
                    <a:pt x="0" y="585"/>
                    <a:pt x="0" y="585"/>
                    <a:pt x="0" y="585"/>
                  </a:cubicBezTo>
                  <a:cubicBezTo>
                    <a:pt x="0" y="634"/>
                    <a:pt x="0" y="634"/>
                    <a:pt x="0" y="634"/>
                  </a:cubicBezTo>
                  <a:cubicBezTo>
                    <a:pt x="24" y="634"/>
                    <a:pt x="24" y="634"/>
                    <a:pt x="24" y="634"/>
                  </a:cubicBezTo>
                  <a:cubicBezTo>
                    <a:pt x="24" y="730"/>
                    <a:pt x="24" y="730"/>
                    <a:pt x="24" y="730"/>
                  </a:cubicBezTo>
                  <a:cubicBezTo>
                    <a:pt x="24" y="776"/>
                    <a:pt x="48" y="790"/>
                    <a:pt x="83" y="790"/>
                  </a:cubicBezTo>
                  <a:cubicBezTo>
                    <a:pt x="102" y="790"/>
                    <a:pt x="116" y="786"/>
                    <a:pt x="128" y="779"/>
                  </a:cubicBezTo>
                  <a:cubicBezTo>
                    <a:pt x="128" y="733"/>
                    <a:pt x="128" y="733"/>
                    <a:pt x="128" y="733"/>
                  </a:cubicBezTo>
                  <a:cubicBezTo>
                    <a:pt x="120" y="737"/>
                    <a:pt x="110" y="740"/>
                    <a:pt x="100" y="740"/>
                  </a:cubicBezTo>
                  <a:cubicBezTo>
                    <a:pt x="87" y="740"/>
                    <a:pt x="81" y="733"/>
                    <a:pt x="81" y="720"/>
                  </a:cubicBezTo>
                  <a:cubicBezTo>
                    <a:pt x="81" y="634"/>
                    <a:pt x="81" y="634"/>
                    <a:pt x="81" y="634"/>
                  </a:cubicBezTo>
                  <a:cubicBezTo>
                    <a:pt x="129" y="634"/>
                    <a:pt x="129" y="634"/>
                    <a:pt x="129" y="634"/>
                  </a:cubicBezTo>
                  <a:cubicBezTo>
                    <a:pt x="129" y="585"/>
                    <a:pt x="129" y="585"/>
                    <a:pt x="129" y="585"/>
                  </a:cubicBezTo>
                  <a:cubicBezTo>
                    <a:pt x="81" y="585"/>
                    <a:pt x="81" y="585"/>
                    <a:pt x="81" y="585"/>
                  </a:cubicBezTo>
                  <a:lnTo>
                    <a:pt x="81" y="533"/>
                  </a:lnTo>
                  <a:close/>
                  <a:moveTo>
                    <a:pt x="237" y="581"/>
                  </a:moveTo>
                  <a:cubicBezTo>
                    <a:pt x="178" y="581"/>
                    <a:pt x="137" y="629"/>
                    <a:pt x="137" y="686"/>
                  </a:cubicBezTo>
                  <a:cubicBezTo>
                    <a:pt x="137" y="687"/>
                    <a:pt x="137" y="687"/>
                    <a:pt x="137" y="687"/>
                  </a:cubicBezTo>
                  <a:cubicBezTo>
                    <a:pt x="137" y="749"/>
                    <a:pt x="182" y="791"/>
                    <a:pt x="243" y="791"/>
                  </a:cubicBezTo>
                  <a:cubicBezTo>
                    <a:pt x="279" y="791"/>
                    <a:pt x="306" y="777"/>
                    <a:pt x="325" y="754"/>
                  </a:cubicBezTo>
                  <a:cubicBezTo>
                    <a:pt x="292" y="725"/>
                    <a:pt x="292" y="725"/>
                    <a:pt x="292" y="725"/>
                  </a:cubicBezTo>
                  <a:cubicBezTo>
                    <a:pt x="277" y="739"/>
                    <a:pt x="263" y="745"/>
                    <a:pt x="243" y="745"/>
                  </a:cubicBezTo>
                  <a:cubicBezTo>
                    <a:pt x="218" y="745"/>
                    <a:pt x="200" y="732"/>
                    <a:pt x="194" y="706"/>
                  </a:cubicBezTo>
                  <a:cubicBezTo>
                    <a:pt x="335" y="706"/>
                    <a:pt x="335" y="706"/>
                    <a:pt x="335" y="706"/>
                  </a:cubicBezTo>
                  <a:cubicBezTo>
                    <a:pt x="335" y="701"/>
                    <a:pt x="335" y="695"/>
                    <a:pt x="335" y="691"/>
                  </a:cubicBezTo>
                  <a:cubicBezTo>
                    <a:pt x="335" y="634"/>
                    <a:pt x="304" y="581"/>
                    <a:pt x="237" y="581"/>
                  </a:cubicBezTo>
                  <a:close/>
                  <a:moveTo>
                    <a:pt x="193" y="670"/>
                  </a:moveTo>
                  <a:cubicBezTo>
                    <a:pt x="198" y="644"/>
                    <a:pt x="213" y="627"/>
                    <a:pt x="237" y="627"/>
                  </a:cubicBezTo>
                  <a:cubicBezTo>
                    <a:pt x="261" y="627"/>
                    <a:pt x="276" y="644"/>
                    <a:pt x="280" y="670"/>
                  </a:cubicBezTo>
                  <a:lnTo>
                    <a:pt x="193" y="670"/>
                  </a:lnTo>
                  <a:close/>
                  <a:moveTo>
                    <a:pt x="452" y="742"/>
                  </a:moveTo>
                  <a:cubicBezTo>
                    <a:pt x="421" y="742"/>
                    <a:pt x="401" y="717"/>
                    <a:pt x="401" y="686"/>
                  </a:cubicBezTo>
                  <a:cubicBezTo>
                    <a:pt x="401" y="686"/>
                    <a:pt x="401" y="686"/>
                    <a:pt x="401" y="686"/>
                  </a:cubicBezTo>
                  <a:cubicBezTo>
                    <a:pt x="401" y="656"/>
                    <a:pt x="421" y="631"/>
                    <a:pt x="450" y="631"/>
                  </a:cubicBezTo>
                  <a:cubicBezTo>
                    <a:pt x="470" y="631"/>
                    <a:pt x="483" y="639"/>
                    <a:pt x="496" y="653"/>
                  </a:cubicBezTo>
                  <a:cubicBezTo>
                    <a:pt x="531" y="615"/>
                    <a:pt x="531" y="615"/>
                    <a:pt x="531" y="615"/>
                  </a:cubicBezTo>
                  <a:cubicBezTo>
                    <a:pt x="512" y="594"/>
                    <a:pt x="488" y="581"/>
                    <a:pt x="450" y="581"/>
                  </a:cubicBezTo>
                  <a:cubicBezTo>
                    <a:pt x="388" y="581"/>
                    <a:pt x="344" y="629"/>
                    <a:pt x="344" y="686"/>
                  </a:cubicBezTo>
                  <a:cubicBezTo>
                    <a:pt x="344" y="687"/>
                    <a:pt x="344" y="687"/>
                    <a:pt x="344" y="687"/>
                  </a:cubicBezTo>
                  <a:cubicBezTo>
                    <a:pt x="344" y="745"/>
                    <a:pt x="389" y="791"/>
                    <a:pt x="449" y="791"/>
                  </a:cubicBezTo>
                  <a:cubicBezTo>
                    <a:pt x="490" y="791"/>
                    <a:pt x="512" y="776"/>
                    <a:pt x="532" y="754"/>
                  </a:cubicBezTo>
                  <a:cubicBezTo>
                    <a:pt x="498" y="721"/>
                    <a:pt x="498" y="721"/>
                    <a:pt x="498" y="721"/>
                  </a:cubicBezTo>
                  <a:cubicBezTo>
                    <a:pt x="485" y="734"/>
                    <a:pt x="471" y="742"/>
                    <a:pt x="452" y="742"/>
                  </a:cubicBezTo>
                  <a:close/>
                  <a:moveTo>
                    <a:pt x="657" y="581"/>
                  </a:moveTo>
                  <a:cubicBezTo>
                    <a:pt x="628" y="581"/>
                    <a:pt x="611" y="597"/>
                    <a:pt x="598" y="614"/>
                  </a:cubicBezTo>
                  <a:cubicBezTo>
                    <a:pt x="598" y="512"/>
                    <a:pt x="598" y="512"/>
                    <a:pt x="598" y="512"/>
                  </a:cubicBezTo>
                  <a:cubicBezTo>
                    <a:pt x="541" y="512"/>
                    <a:pt x="541" y="512"/>
                    <a:pt x="541" y="512"/>
                  </a:cubicBezTo>
                  <a:cubicBezTo>
                    <a:pt x="541" y="787"/>
                    <a:pt x="541" y="787"/>
                    <a:pt x="541" y="787"/>
                  </a:cubicBezTo>
                  <a:cubicBezTo>
                    <a:pt x="598" y="787"/>
                    <a:pt x="598" y="787"/>
                    <a:pt x="598" y="787"/>
                  </a:cubicBezTo>
                  <a:cubicBezTo>
                    <a:pt x="598" y="674"/>
                    <a:pt x="598" y="674"/>
                    <a:pt x="598" y="674"/>
                  </a:cubicBezTo>
                  <a:cubicBezTo>
                    <a:pt x="598" y="647"/>
                    <a:pt x="612" y="633"/>
                    <a:pt x="634" y="633"/>
                  </a:cubicBezTo>
                  <a:cubicBezTo>
                    <a:pt x="656" y="633"/>
                    <a:pt x="669" y="647"/>
                    <a:pt x="669" y="674"/>
                  </a:cubicBezTo>
                  <a:cubicBezTo>
                    <a:pt x="669" y="787"/>
                    <a:pt x="669" y="787"/>
                    <a:pt x="669" y="787"/>
                  </a:cubicBezTo>
                  <a:cubicBezTo>
                    <a:pt x="726" y="787"/>
                    <a:pt x="726" y="787"/>
                    <a:pt x="726" y="787"/>
                  </a:cubicBezTo>
                  <a:cubicBezTo>
                    <a:pt x="726" y="656"/>
                    <a:pt x="726" y="656"/>
                    <a:pt x="726" y="656"/>
                  </a:cubicBezTo>
                  <a:cubicBezTo>
                    <a:pt x="726" y="610"/>
                    <a:pt x="701" y="581"/>
                    <a:pt x="657" y="581"/>
                  </a:cubicBezTo>
                  <a:close/>
                  <a:moveTo>
                    <a:pt x="857" y="581"/>
                  </a:moveTo>
                  <a:cubicBezTo>
                    <a:pt x="828" y="581"/>
                    <a:pt x="811" y="597"/>
                    <a:pt x="798" y="614"/>
                  </a:cubicBezTo>
                  <a:cubicBezTo>
                    <a:pt x="798" y="585"/>
                    <a:pt x="798" y="585"/>
                    <a:pt x="798" y="585"/>
                  </a:cubicBezTo>
                  <a:cubicBezTo>
                    <a:pt x="740" y="585"/>
                    <a:pt x="740" y="585"/>
                    <a:pt x="740" y="585"/>
                  </a:cubicBezTo>
                  <a:cubicBezTo>
                    <a:pt x="740" y="787"/>
                    <a:pt x="740" y="787"/>
                    <a:pt x="740" y="787"/>
                  </a:cubicBezTo>
                  <a:cubicBezTo>
                    <a:pt x="798" y="787"/>
                    <a:pt x="798" y="787"/>
                    <a:pt x="798" y="787"/>
                  </a:cubicBezTo>
                  <a:cubicBezTo>
                    <a:pt x="798" y="674"/>
                    <a:pt x="798" y="674"/>
                    <a:pt x="798" y="674"/>
                  </a:cubicBezTo>
                  <a:cubicBezTo>
                    <a:pt x="798" y="647"/>
                    <a:pt x="812" y="633"/>
                    <a:pt x="833" y="633"/>
                  </a:cubicBezTo>
                  <a:cubicBezTo>
                    <a:pt x="855" y="633"/>
                    <a:pt x="868" y="647"/>
                    <a:pt x="868" y="674"/>
                  </a:cubicBezTo>
                  <a:cubicBezTo>
                    <a:pt x="868" y="787"/>
                    <a:pt x="868" y="787"/>
                    <a:pt x="868" y="787"/>
                  </a:cubicBezTo>
                  <a:cubicBezTo>
                    <a:pt x="925" y="787"/>
                    <a:pt x="925" y="787"/>
                    <a:pt x="925" y="787"/>
                  </a:cubicBezTo>
                  <a:cubicBezTo>
                    <a:pt x="925" y="656"/>
                    <a:pt x="925" y="656"/>
                    <a:pt x="925" y="656"/>
                  </a:cubicBezTo>
                  <a:cubicBezTo>
                    <a:pt x="925" y="610"/>
                    <a:pt x="900" y="581"/>
                    <a:pt x="857" y="581"/>
                  </a:cubicBezTo>
                  <a:close/>
                  <a:moveTo>
                    <a:pt x="1155" y="686"/>
                  </a:moveTo>
                  <a:cubicBezTo>
                    <a:pt x="1155" y="686"/>
                    <a:pt x="1155" y="686"/>
                    <a:pt x="1155" y="686"/>
                  </a:cubicBezTo>
                  <a:cubicBezTo>
                    <a:pt x="1155" y="628"/>
                    <a:pt x="1109" y="581"/>
                    <a:pt x="1047" y="581"/>
                  </a:cubicBezTo>
                  <a:cubicBezTo>
                    <a:pt x="984" y="581"/>
                    <a:pt x="937" y="628"/>
                    <a:pt x="937" y="686"/>
                  </a:cubicBezTo>
                  <a:cubicBezTo>
                    <a:pt x="937" y="687"/>
                    <a:pt x="937" y="687"/>
                    <a:pt x="937" y="687"/>
                  </a:cubicBezTo>
                  <a:cubicBezTo>
                    <a:pt x="937" y="745"/>
                    <a:pt x="983" y="791"/>
                    <a:pt x="1046" y="791"/>
                  </a:cubicBezTo>
                  <a:cubicBezTo>
                    <a:pt x="1109" y="791"/>
                    <a:pt x="1155" y="744"/>
                    <a:pt x="1155" y="686"/>
                  </a:cubicBezTo>
                  <a:close/>
                  <a:moveTo>
                    <a:pt x="993" y="686"/>
                  </a:moveTo>
                  <a:cubicBezTo>
                    <a:pt x="993" y="686"/>
                    <a:pt x="993" y="686"/>
                    <a:pt x="993" y="686"/>
                  </a:cubicBezTo>
                  <a:cubicBezTo>
                    <a:pt x="993" y="656"/>
                    <a:pt x="1013" y="631"/>
                    <a:pt x="1046" y="631"/>
                  </a:cubicBezTo>
                  <a:cubicBezTo>
                    <a:pt x="1077" y="631"/>
                    <a:pt x="1099" y="657"/>
                    <a:pt x="1099" y="686"/>
                  </a:cubicBezTo>
                  <a:cubicBezTo>
                    <a:pt x="1099" y="687"/>
                    <a:pt x="1099" y="687"/>
                    <a:pt x="1099" y="687"/>
                  </a:cubicBezTo>
                  <a:cubicBezTo>
                    <a:pt x="1099" y="717"/>
                    <a:pt x="1079" y="742"/>
                    <a:pt x="1047" y="742"/>
                  </a:cubicBezTo>
                  <a:cubicBezTo>
                    <a:pt x="1015" y="742"/>
                    <a:pt x="993" y="716"/>
                    <a:pt x="993" y="686"/>
                  </a:cubicBezTo>
                  <a:close/>
                  <a:moveTo>
                    <a:pt x="1167" y="787"/>
                  </a:moveTo>
                  <a:cubicBezTo>
                    <a:pt x="1224" y="787"/>
                    <a:pt x="1224" y="787"/>
                    <a:pt x="1224" y="787"/>
                  </a:cubicBezTo>
                  <a:cubicBezTo>
                    <a:pt x="1224" y="512"/>
                    <a:pt x="1224" y="512"/>
                    <a:pt x="1224" y="512"/>
                  </a:cubicBezTo>
                  <a:cubicBezTo>
                    <a:pt x="1167" y="512"/>
                    <a:pt x="1167" y="512"/>
                    <a:pt x="1167" y="512"/>
                  </a:cubicBezTo>
                  <a:lnTo>
                    <a:pt x="1167" y="787"/>
                  </a:lnTo>
                  <a:close/>
                  <a:moveTo>
                    <a:pt x="1345" y="581"/>
                  </a:moveTo>
                  <a:cubicBezTo>
                    <a:pt x="1282" y="581"/>
                    <a:pt x="1235" y="628"/>
                    <a:pt x="1235" y="686"/>
                  </a:cubicBezTo>
                  <a:cubicBezTo>
                    <a:pt x="1235" y="687"/>
                    <a:pt x="1235" y="687"/>
                    <a:pt x="1235" y="687"/>
                  </a:cubicBezTo>
                  <a:cubicBezTo>
                    <a:pt x="1235" y="745"/>
                    <a:pt x="1281" y="791"/>
                    <a:pt x="1344" y="791"/>
                  </a:cubicBezTo>
                  <a:cubicBezTo>
                    <a:pt x="1407" y="791"/>
                    <a:pt x="1453" y="744"/>
                    <a:pt x="1453" y="686"/>
                  </a:cubicBezTo>
                  <a:cubicBezTo>
                    <a:pt x="1453" y="686"/>
                    <a:pt x="1453" y="686"/>
                    <a:pt x="1453" y="686"/>
                  </a:cubicBezTo>
                  <a:cubicBezTo>
                    <a:pt x="1453" y="628"/>
                    <a:pt x="1407" y="581"/>
                    <a:pt x="1345" y="581"/>
                  </a:cubicBezTo>
                  <a:close/>
                  <a:moveTo>
                    <a:pt x="1397" y="687"/>
                  </a:moveTo>
                  <a:cubicBezTo>
                    <a:pt x="1397" y="717"/>
                    <a:pt x="1377" y="742"/>
                    <a:pt x="1345" y="742"/>
                  </a:cubicBezTo>
                  <a:cubicBezTo>
                    <a:pt x="1313" y="742"/>
                    <a:pt x="1292" y="716"/>
                    <a:pt x="1292" y="686"/>
                  </a:cubicBezTo>
                  <a:cubicBezTo>
                    <a:pt x="1292" y="686"/>
                    <a:pt x="1292" y="686"/>
                    <a:pt x="1292" y="686"/>
                  </a:cubicBezTo>
                  <a:cubicBezTo>
                    <a:pt x="1292" y="656"/>
                    <a:pt x="1311" y="631"/>
                    <a:pt x="1344" y="631"/>
                  </a:cubicBezTo>
                  <a:cubicBezTo>
                    <a:pt x="1375" y="631"/>
                    <a:pt x="1397" y="657"/>
                    <a:pt x="1397" y="686"/>
                  </a:cubicBezTo>
                  <a:lnTo>
                    <a:pt x="1397" y="687"/>
                  </a:lnTo>
                  <a:close/>
                  <a:moveTo>
                    <a:pt x="1560" y="802"/>
                  </a:moveTo>
                  <a:cubicBezTo>
                    <a:pt x="1533" y="802"/>
                    <a:pt x="1513" y="795"/>
                    <a:pt x="1492" y="784"/>
                  </a:cubicBezTo>
                  <a:cubicBezTo>
                    <a:pt x="1472" y="827"/>
                    <a:pt x="1472" y="827"/>
                    <a:pt x="1472" y="827"/>
                  </a:cubicBezTo>
                  <a:cubicBezTo>
                    <a:pt x="1498" y="840"/>
                    <a:pt x="1529" y="848"/>
                    <a:pt x="1562" y="848"/>
                  </a:cubicBezTo>
                  <a:cubicBezTo>
                    <a:pt x="1601" y="848"/>
                    <a:pt x="1630" y="840"/>
                    <a:pt x="1649" y="821"/>
                  </a:cubicBezTo>
                  <a:cubicBezTo>
                    <a:pt x="1666" y="804"/>
                    <a:pt x="1674" y="777"/>
                    <a:pt x="1674" y="741"/>
                  </a:cubicBezTo>
                  <a:cubicBezTo>
                    <a:pt x="1674" y="585"/>
                    <a:pt x="1674" y="585"/>
                    <a:pt x="1674" y="585"/>
                  </a:cubicBezTo>
                  <a:cubicBezTo>
                    <a:pt x="1617" y="585"/>
                    <a:pt x="1617" y="585"/>
                    <a:pt x="1617" y="585"/>
                  </a:cubicBezTo>
                  <a:cubicBezTo>
                    <a:pt x="1617" y="611"/>
                    <a:pt x="1617" y="611"/>
                    <a:pt x="1617" y="611"/>
                  </a:cubicBezTo>
                  <a:cubicBezTo>
                    <a:pt x="1602" y="594"/>
                    <a:pt x="1583" y="581"/>
                    <a:pt x="1552" y="581"/>
                  </a:cubicBezTo>
                  <a:cubicBezTo>
                    <a:pt x="1505" y="581"/>
                    <a:pt x="1462" y="615"/>
                    <a:pt x="1462" y="675"/>
                  </a:cubicBezTo>
                  <a:cubicBezTo>
                    <a:pt x="1462" y="676"/>
                    <a:pt x="1462" y="676"/>
                    <a:pt x="1462" y="676"/>
                  </a:cubicBezTo>
                  <a:cubicBezTo>
                    <a:pt x="1462" y="736"/>
                    <a:pt x="1505" y="770"/>
                    <a:pt x="1552" y="770"/>
                  </a:cubicBezTo>
                  <a:cubicBezTo>
                    <a:pt x="1582" y="770"/>
                    <a:pt x="1601" y="758"/>
                    <a:pt x="1618" y="737"/>
                  </a:cubicBezTo>
                  <a:cubicBezTo>
                    <a:pt x="1618" y="747"/>
                    <a:pt x="1618" y="747"/>
                    <a:pt x="1618" y="747"/>
                  </a:cubicBezTo>
                  <a:cubicBezTo>
                    <a:pt x="1618" y="783"/>
                    <a:pt x="1599" y="802"/>
                    <a:pt x="1560" y="802"/>
                  </a:cubicBezTo>
                  <a:close/>
                  <a:moveTo>
                    <a:pt x="1568" y="723"/>
                  </a:moveTo>
                  <a:cubicBezTo>
                    <a:pt x="1541" y="723"/>
                    <a:pt x="1519" y="704"/>
                    <a:pt x="1519" y="676"/>
                  </a:cubicBezTo>
                  <a:cubicBezTo>
                    <a:pt x="1519" y="675"/>
                    <a:pt x="1519" y="675"/>
                    <a:pt x="1519" y="675"/>
                  </a:cubicBezTo>
                  <a:cubicBezTo>
                    <a:pt x="1519" y="648"/>
                    <a:pt x="1541" y="629"/>
                    <a:pt x="1568" y="629"/>
                  </a:cubicBezTo>
                  <a:cubicBezTo>
                    <a:pt x="1596" y="629"/>
                    <a:pt x="1618" y="648"/>
                    <a:pt x="1618" y="675"/>
                  </a:cubicBezTo>
                  <a:cubicBezTo>
                    <a:pt x="1618" y="676"/>
                    <a:pt x="1618" y="676"/>
                    <a:pt x="1618" y="676"/>
                  </a:cubicBezTo>
                  <a:cubicBezTo>
                    <a:pt x="1618" y="704"/>
                    <a:pt x="1596" y="723"/>
                    <a:pt x="1568" y="723"/>
                  </a:cubicBezTo>
                  <a:close/>
                  <a:moveTo>
                    <a:pt x="1790" y="722"/>
                  </a:moveTo>
                  <a:cubicBezTo>
                    <a:pt x="1744" y="585"/>
                    <a:pt x="1744" y="585"/>
                    <a:pt x="1744" y="585"/>
                  </a:cubicBezTo>
                  <a:cubicBezTo>
                    <a:pt x="1684" y="585"/>
                    <a:pt x="1684" y="585"/>
                    <a:pt x="1684" y="585"/>
                  </a:cubicBezTo>
                  <a:cubicBezTo>
                    <a:pt x="1763" y="788"/>
                    <a:pt x="1763" y="788"/>
                    <a:pt x="1763" y="788"/>
                  </a:cubicBezTo>
                  <a:cubicBezTo>
                    <a:pt x="1758" y="798"/>
                    <a:pt x="1753" y="801"/>
                    <a:pt x="1743" y="801"/>
                  </a:cubicBezTo>
                  <a:cubicBezTo>
                    <a:pt x="1735" y="801"/>
                    <a:pt x="1726" y="797"/>
                    <a:pt x="1718" y="793"/>
                  </a:cubicBezTo>
                  <a:cubicBezTo>
                    <a:pt x="1699" y="834"/>
                    <a:pt x="1699" y="834"/>
                    <a:pt x="1699" y="834"/>
                  </a:cubicBezTo>
                  <a:cubicBezTo>
                    <a:pt x="1714" y="843"/>
                    <a:pt x="1729" y="848"/>
                    <a:pt x="1750" y="848"/>
                  </a:cubicBezTo>
                  <a:cubicBezTo>
                    <a:pt x="1784" y="848"/>
                    <a:pt x="1801" y="833"/>
                    <a:pt x="1816" y="792"/>
                  </a:cubicBezTo>
                  <a:cubicBezTo>
                    <a:pt x="1894" y="585"/>
                    <a:pt x="1894" y="585"/>
                    <a:pt x="1894" y="585"/>
                  </a:cubicBezTo>
                  <a:cubicBezTo>
                    <a:pt x="1834" y="585"/>
                    <a:pt x="1834" y="585"/>
                    <a:pt x="1834" y="585"/>
                  </a:cubicBezTo>
                  <a:lnTo>
                    <a:pt x="1790" y="722"/>
                  </a:lnTo>
                  <a:close/>
                  <a:moveTo>
                    <a:pt x="1101" y="965"/>
                  </a:moveTo>
                  <a:cubicBezTo>
                    <a:pt x="1054" y="965"/>
                    <a:pt x="1054" y="965"/>
                    <a:pt x="1054" y="965"/>
                  </a:cubicBezTo>
                  <a:cubicBezTo>
                    <a:pt x="1054" y="957"/>
                    <a:pt x="1054" y="957"/>
                    <a:pt x="1054" y="957"/>
                  </a:cubicBezTo>
                  <a:cubicBezTo>
                    <a:pt x="1054" y="942"/>
                    <a:pt x="1062" y="935"/>
                    <a:pt x="1075" y="935"/>
                  </a:cubicBezTo>
                  <a:cubicBezTo>
                    <a:pt x="1085" y="935"/>
                    <a:pt x="1093" y="937"/>
                    <a:pt x="1101" y="940"/>
                  </a:cubicBezTo>
                  <a:cubicBezTo>
                    <a:pt x="1101" y="893"/>
                    <a:pt x="1101" y="893"/>
                    <a:pt x="1101" y="893"/>
                  </a:cubicBezTo>
                  <a:cubicBezTo>
                    <a:pt x="1091" y="889"/>
                    <a:pt x="1078" y="887"/>
                    <a:pt x="1060" y="887"/>
                  </a:cubicBezTo>
                  <a:cubicBezTo>
                    <a:pt x="1040" y="887"/>
                    <a:pt x="1025" y="892"/>
                    <a:pt x="1014" y="903"/>
                  </a:cubicBezTo>
                  <a:cubicBezTo>
                    <a:pt x="1004" y="914"/>
                    <a:pt x="998" y="930"/>
                    <a:pt x="998" y="952"/>
                  </a:cubicBezTo>
                  <a:cubicBezTo>
                    <a:pt x="998" y="965"/>
                    <a:pt x="998" y="965"/>
                    <a:pt x="998" y="965"/>
                  </a:cubicBezTo>
                  <a:cubicBezTo>
                    <a:pt x="974" y="965"/>
                    <a:pt x="974" y="965"/>
                    <a:pt x="974" y="965"/>
                  </a:cubicBezTo>
                  <a:cubicBezTo>
                    <a:pt x="974" y="1012"/>
                    <a:pt x="974" y="1012"/>
                    <a:pt x="974" y="1012"/>
                  </a:cubicBezTo>
                  <a:cubicBezTo>
                    <a:pt x="998" y="1012"/>
                    <a:pt x="998" y="1012"/>
                    <a:pt x="998" y="1012"/>
                  </a:cubicBezTo>
                  <a:cubicBezTo>
                    <a:pt x="998" y="1165"/>
                    <a:pt x="998" y="1165"/>
                    <a:pt x="998" y="1165"/>
                  </a:cubicBezTo>
                  <a:cubicBezTo>
                    <a:pt x="1055" y="1165"/>
                    <a:pt x="1055" y="1165"/>
                    <a:pt x="1055" y="1165"/>
                  </a:cubicBezTo>
                  <a:cubicBezTo>
                    <a:pt x="1055" y="1012"/>
                    <a:pt x="1055" y="1012"/>
                    <a:pt x="1055" y="1012"/>
                  </a:cubicBezTo>
                  <a:cubicBezTo>
                    <a:pt x="1101" y="1012"/>
                    <a:pt x="1101" y="1012"/>
                    <a:pt x="1101" y="1012"/>
                  </a:cubicBezTo>
                  <a:lnTo>
                    <a:pt x="1101" y="965"/>
                  </a:lnTo>
                  <a:close/>
                  <a:moveTo>
                    <a:pt x="1209" y="959"/>
                  </a:moveTo>
                  <a:cubicBezTo>
                    <a:pt x="1147" y="959"/>
                    <a:pt x="1100" y="1006"/>
                    <a:pt x="1100" y="1064"/>
                  </a:cubicBezTo>
                  <a:cubicBezTo>
                    <a:pt x="1100" y="1065"/>
                    <a:pt x="1100" y="1065"/>
                    <a:pt x="1100" y="1065"/>
                  </a:cubicBezTo>
                  <a:cubicBezTo>
                    <a:pt x="1100" y="1123"/>
                    <a:pt x="1146" y="1169"/>
                    <a:pt x="1209" y="1169"/>
                  </a:cubicBezTo>
                  <a:cubicBezTo>
                    <a:pt x="1272" y="1169"/>
                    <a:pt x="1318" y="1122"/>
                    <a:pt x="1318" y="1064"/>
                  </a:cubicBezTo>
                  <a:cubicBezTo>
                    <a:pt x="1318" y="1063"/>
                    <a:pt x="1318" y="1063"/>
                    <a:pt x="1318" y="1063"/>
                  </a:cubicBezTo>
                  <a:cubicBezTo>
                    <a:pt x="1318" y="1005"/>
                    <a:pt x="1272" y="959"/>
                    <a:pt x="1209" y="959"/>
                  </a:cubicBezTo>
                  <a:close/>
                  <a:moveTo>
                    <a:pt x="1262" y="1065"/>
                  </a:moveTo>
                  <a:cubicBezTo>
                    <a:pt x="1262" y="1095"/>
                    <a:pt x="1242" y="1120"/>
                    <a:pt x="1209" y="1120"/>
                  </a:cubicBezTo>
                  <a:cubicBezTo>
                    <a:pt x="1178" y="1120"/>
                    <a:pt x="1156" y="1094"/>
                    <a:pt x="1156" y="1064"/>
                  </a:cubicBezTo>
                  <a:cubicBezTo>
                    <a:pt x="1156" y="1063"/>
                    <a:pt x="1156" y="1063"/>
                    <a:pt x="1156" y="1063"/>
                  </a:cubicBezTo>
                  <a:cubicBezTo>
                    <a:pt x="1156" y="1034"/>
                    <a:pt x="1176" y="1008"/>
                    <a:pt x="1209" y="1008"/>
                  </a:cubicBezTo>
                  <a:cubicBezTo>
                    <a:pt x="1240" y="1008"/>
                    <a:pt x="1262" y="1034"/>
                    <a:pt x="1262" y="1064"/>
                  </a:cubicBezTo>
                  <a:lnTo>
                    <a:pt x="1262" y="1065"/>
                  </a:lnTo>
                  <a:close/>
                  <a:moveTo>
                    <a:pt x="1389" y="1004"/>
                  </a:moveTo>
                  <a:cubicBezTo>
                    <a:pt x="1389" y="963"/>
                    <a:pt x="1389" y="963"/>
                    <a:pt x="1389" y="963"/>
                  </a:cubicBezTo>
                  <a:cubicBezTo>
                    <a:pt x="1332" y="963"/>
                    <a:pt x="1332" y="963"/>
                    <a:pt x="1332" y="963"/>
                  </a:cubicBezTo>
                  <a:cubicBezTo>
                    <a:pt x="1332" y="1165"/>
                    <a:pt x="1332" y="1165"/>
                    <a:pt x="1332" y="1165"/>
                  </a:cubicBezTo>
                  <a:cubicBezTo>
                    <a:pt x="1389" y="1165"/>
                    <a:pt x="1389" y="1165"/>
                    <a:pt x="1389" y="1165"/>
                  </a:cubicBezTo>
                  <a:cubicBezTo>
                    <a:pt x="1389" y="1090"/>
                    <a:pt x="1389" y="1090"/>
                    <a:pt x="1389" y="1090"/>
                  </a:cubicBezTo>
                  <a:cubicBezTo>
                    <a:pt x="1389" y="1042"/>
                    <a:pt x="1412" y="1019"/>
                    <a:pt x="1450" y="1019"/>
                  </a:cubicBezTo>
                  <a:cubicBezTo>
                    <a:pt x="1453" y="1019"/>
                    <a:pt x="1453" y="1019"/>
                    <a:pt x="1453" y="1019"/>
                  </a:cubicBezTo>
                  <a:cubicBezTo>
                    <a:pt x="1453" y="959"/>
                    <a:pt x="1453" y="959"/>
                    <a:pt x="1453" y="959"/>
                  </a:cubicBezTo>
                  <a:cubicBezTo>
                    <a:pt x="1419" y="958"/>
                    <a:pt x="1400" y="976"/>
                    <a:pt x="1389" y="1004"/>
                  </a:cubicBezTo>
                  <a:close/>
                  <a:moveTo>
                    <a:pt x="1622" y="961"/>
                  </a:moveTo>
                  <a:cubicBezTo>
                    <a:pt x="1588" y="961"/>
                    <a:pt x="1566" y="967"/>
                    <a:pt x="1544" y="977"/>
                  </a:cubicBezTo>
                  <a:cubicBezTo>
                    <a:pt x="1558" y="1020"/>
                    <a:pt x="1558" y="1020"/>
                    <a:pt x="1558" y="1020"/>
                  </a:cubicBezTo>
                  <a:cubicBezTo>
                    <a:pt x="1576" y="1014"/>
                    <a:pt x="1592" y="1010"/>
                    <a:pt x="1614" y="1010"/>
                  </a:cubicBezTo>
                  <a:cubicBezTo>
                    <a:pt x="1642" y="1010"/>
                    <a:pt x="1657" y="1023"/>
                    <a:pt x="1657" y="1046"/>
                  </a:cubicBezTo>
                  <a:cubicBezTo>
                    <a:pt x="1657" y="1050"/>
                    <a:pt x="1657" y="1050"/>
                    <a:pt x="1657" y="1050"/>
                  </a:cubicBezTo>
                  <a:cubicBezTo>
                    <a:pt x="1643" y="1045"/>
                    <a:pt x="1628" y="1042"/>
                    <a:pt x="1608" y="1042"/>
                  </a:cubicBezTo>
                  <a:cubicBezTo>
                    <a:pt x="1560" y="1042"/>
                    <a:pt x="1526" y="1062"/>
                    <a:pt x="1526" y="1106"/>
                  </a:cubicBezTo>
                  <a:cubicBezTo>
                    <a:pt x="1526" y="1107"/>
                    <a:pt x="1526" y="1107"/>
                    <a:pt x="1526" y="1107"/>
                  </a:cubicBezTo>
                  <a:cubicBezTo>
                    <a:pt x="1526" y="1147"/>
                    <a:pt x="1558" y="1168"/>
                    <a:pt x="1596" y="1168"/>
                  </a:cubicBezTo>
                  <a:cubicBezTo>
                    <a:pt x="1624" y="1168"/>
                    <a:pt x="1643" y="1158"/>
                    <a:pt x="1657" y="1143"/>
                  </a:cubicBezTo>
                  <a:cubicBezTo>
                    <a:pt x="1657" y="1165"/>
                    <a:pt x="1657" y="1165"/>
                    <a:pt x="1657" y="1165"/>
                  </a:cubicBezTo>
                  <a:cubicBezTo>
                    <a:pt x="1712" y="1165"/>
                    <a:pt x="1712" y="1165"/>
                    <a:pt x="1712" y="1165"/>
                  </a:cubicBezTo>
                  <a:cubicBezTo>
                    <a:pt x="1712" y="1048"/>
                    <a:pt x="1712" y="1048"/>
                    <a:pt x="1712" y="1048"/>
                  </a:cubicBezTo>
                  <a:cubicBezTo>
                    <a:pt x="1712" y="1020"/>
                    <a:pt x="1705" y="998"/>
                    <a:pt x="1690" y="983"/>
                  </a:cubicBezTo>
                  <a:cubicBezTo>
                    <a:pt x="1676" y="969"/>
                    <a:pt x="1653" y="961"/>
                    <a:pt x="1622" y="961"/>
                  </a:cubicBezTo>
                  <a:close/>
                  <a:moveTo>
                    <a:pt x="1658" y="1094"/>
                  </a:moveTo>
                  <a:cubicBezTo>
                    <a:pt x="1658" y="1114"/>
                    <a:pt x="1640" y="1129"/>
                    <a:pt x="1613" y="1129"/>
                  </a:cubicBezTo>
                  <a:cubicBezTo>
                    <a:pt x="1595" y="1129"/>
                    <a:pt x="1582" y="1120"/>
                    <a:pt x="1582" y="1104"/>
                  </a:cubicBezTo>
                  <a:cubicBezTo>
                    <a:pt x="1582" y="1104"/>
                    <a:pt x="1582" y="1104"/>
                    <a:pt x="1582" y="1104"/>
                  </a:cubicBezTo>
                  <a:cubicBezTo>
                    <a:pt x="1582" y="1086"/>
                    <a:pt x="1597" y="1076"/>
                    <a:pt x="1621" y="1076"/>
                  </a:cubicBezTo>
                  <a:cubicBezTo>
                    <a:pt x="1635" y="1076"/>
                    <a:pt x="1648" y="1079"/>
                    <a:pt x="1658" y="1083"/>
                  </a:cubicBezTo>
                  <a:lnTo>
                    <a:pt x="1658" y="1094"/>
                  </a:lnTo>
                  <a:close/>
                  <a:moveTo>
                    <a:pt x="1736" y="1165"/>
                  </a:moveTo>
                  <a:cubicBezTo>
                    <a:pt x="1793" y="1165"/>
                    <a:pt x="1793" y="1165"/>
                    <a:pt x="1793" y="1165"/>
                  </a:cubicBezTo>
                  <a:cubicBezTo>
                    <a:pt x="1793" y="890"/>
                    <a:pt x="1793" y="890"/>
                    <a:pt x="1793" y="890"/>
                  </a:cubicBezTo>
                  <a:cubicBezTo>
                    <a:pt x="1736" y="890"/>
                    <a:pt x="1736" y="890"/>
                    <a:pt x="1736" y="890"/>
                  </a:cubicBezTo>
                  <a:lnTo>
                    <a:pt x="1736" y="1165"/>
                  </a:lnTo>
                  <a:close/>
                  <a:moveTo>
                    <a:pt x="1817" y="1165"/>
                  </a:moveTo>
                  <a:cubicBezTo>
                    <a:pt x="1874" y="1165"/>
                    <a:pt x="1874" y="1165"/>
                    <a:pt x="1874" y="1165"/>
                  </a:cubicBezTo>
                  <a:cubicBezTo>
                    <a:pt x="1874" y="890"/>
                    <a:pt x="1874" y="890"/>
                    <a:pt x="1874" y="890"/>
                  </a:cubicBezTo>
                  <a:cubicBezTo>
                    <a:pt x="1817" y="890"/>
                    <a:pt x="1817" y="890"/>
                    <a:pt x="1817" y="890"/>
                  </a:cubicBezTo>
                  <a:lnTo>
                    <a:pt x="1817" y="1165"/>
                  </a:lnTo>
                  <a:close/>
                  <a:moveTo>
                    <a:pt x="2086" y="0"/>
                  </a:moveTo>
                  <a:cubicBezTo>
                    <a:pt x="2086" y="1832"/>
                    <a:pt x="2086" y="1832"/>
                    <a:pt x="2086" y="1832"/>
                  </a:cubicBezTo>
                  <a:cubicBezTo>
                    <a:pt x="2697" y="1832"/>
                    <a:pt x="2697" y="1832"/>
                    <a:pt x="2697" y="1832"/>
                  </a:cubicBezTo>
                  <a:cubicBezTo>
                    <a:pt x="2697" y="0"/>
                    <a:pt x="2697" y="0"/>
                    <a:pt x="2697" y="0"/>
                  </a:cubicBezTo>
                  <a:lnTo>
                    <a:pt x="2086" y="0"/>
                  </a:lnTo>
                  <a:close/>
                </a:path>
              </a:pathLst>
            </a:custGeom>
            <a:gradFill flip="none" rotWithShape="1">
              <a:gsLst>
                <a:gs pos="37000">
                  <a:srgbClr val="F2A11F"/>
                </a:gs>
                <a:gs pos="56000">
                  <a:srgbClr val="EC5124"/>
                </a:gs>
                <a:gs pos="83000">
                  <a:srgbClr val="D32A27"/>
                </a:gs>
                <a:gs pos="100000">
                  <a:srgbClr val="7A425E"/>
                </a:gs>
              </a:gsLst>
              <a:lin ang="18900000" scaled="1"/>
              <a:tileRect/>
            </a:gradFill>
            <a:ln>
              <a:noFill/>
            </a:ln>
          </p:spPr>
          <p:txBody>
            <a:bodyPr vert="horz" wrap="square" lIns="91440" tIns="45720" rIns="91440" bIns="45720" numCol="1" anchor="t" anchorCtr="0" compatLnSpc="1">
              <a:prstTxWarp prst="textNoShape">
                <a:avLst/>
              </a:prstTxWarp>
            </a:bodyPr>
            <a:lstStyle/>
            <a:p>
              <a:endParaRPr lang="en-US" sz="2400"/>
            </a:p>
          </p:txBody>
        </p:sp>
        <p:grpSp>
          <p:nvGrpSpPr>
            <p:cNvPr id="21" name="Group 20">
              <a:extLst>
                <a:ext uri="{FF2B5EF4-FFF2-40B4-BE49-F238E27FC236}">
                  <a16:creationId xmlns:a16="http://schemas.microsoft.com/office/drawing/2014/main" id="{F28F2614-0FCC-4D8C-BC98-D03E162B4F33}"/>
                </a:ext>
              </a:extLst>
            </p:cNvPr>
            <p:cNvGrpSpPr/>
            <p:nvPr userDrawn="1"/>
          </p:nvGrpSpPr>
          <p:grpSpPr>
            <a:xfrm>
              <a:off x="11291887" y="1987551"/>
              <a:ext cx="590550" cy="2868613"/>
              <a:chOff x="11291887" y="1987551"/>
              <a:chExt cx="590550" cy="2868613"/>
            </a:xfrm>
          </p:grpSpPr>
          <p:sp>
            <p:nvSpPr>
              <p:cNvPr id="13" name="Freeform 6">
                <a:extLst>
                  <a:ext uri="{FF2B5EF4-FFF2-40B4-BE49-F238E27FC236}">
                    <a16:creationId xmlns:a16="http://schemas.microsoft.com/office/drawing/2014/main" id="{4BE4413F-C77A-40BA-9643-97A55AFCF5AB}"/>
                  </a:ext>
                </a:extLst>
              </p:cNvPr>
              <p:cNvSpPr>
                <a:spLocks/>
              </p:cNvSpPr>
              <p:nvPr userDrawn="1"/>
            </p:nvSpPr>
            <p:spPr bwMode="auto">
              <a:xfrm>
                <a:off x="11418887" y="3471864"/>
                <a:ext cx="455612" cy="452438"/>
              </a:xfrm>
              <a:custGeom>
                <a:avLst/>
                <a:gdLst>
                  <a:gd name="T0" fmla="*/ 0 w 239"/>
                  <a:gd name="T1" fmla="*/ 96 h 237"/>
                  <a:gd name="T2" fmla="*/ 38 w 239"/>
                  <a:gd name="T3" fmla="*/ 173 h 237"/>
                  <a:gd name="T4" fmla="*/ 38 w 239"/>
                  <a:gd name="T5" fmla="*/ 173 h 237"/>
                  <a:gd name="T6" fmla="*/ 38 w 239"/>
                  <a:gd name="T7" fmla="*/ 173 h 237"/>
                  <a:gd name="T8" fmla="*/ 4 w 239"/>
                  <a:gd name="T9" fmla="*/ 173 h 237"/>
                  <a:gd name="T10" fmla="*/ 4 w 239"/>
                  <a:gd name="T11" fmla="*/ 237 h 237"/>
                  <a:gd name="T12" fmla="*/ 239 w 239"/>
                  <a:gd name="T13" fmla="*/ 237 h 237"/>
                  <a:gd name="T14" fmla="*/ 239 w 239"/>
                  <a:gd name="T15" fmla="*/ 173 h 237"/>
                  <a:gd name="T16" fmla="*/ 105 w 239"/>
                  <a:gd name="T17" fmla="*/ 173 h 237"/>
                  <a:gd name="T18" fmla="*/ 56 w 239"/>
                  <a:gd name="T19" fmla="*/ 119 h 237"/>
                  <a:gd name="T20" fmla="*/ 105 w 239"/>
                  <a:gd name="T21" fmla="*/ 65 h 237"/>
                  <a:gd name="T22" fmla="*/ 239 w 239"/>
                  <a:gd name="T23" fmla="*/ 65 h 237"/>
                  <a:gd name="T24" fmla="*/ 239 w 239"/>
                  <a:gd name="T25" fmla="*/ 0 h 237"/>
                  <a:gd name="T26" fmla="*/ 93 w 239"/>
                  <a:gd name="T27" fmla="*/ 0 h 237"/>
                  <a:gd name="T28" fmla="*/ 0 w 239"/>
                  <a:gd name="T29" fmla="*/ 9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9" h="237">
                    <a:moveTo>
                      <a:pt x="0" y="96"/>
                    </a:moveTo>
                    <a:cubicBezTo>
                      <a:pt x="0" y="123"/>
                      <a:pt x="13" y="154"/>
                      <a:pt x="38" y="173"/>
                    </a:cubicBezTo>
                    <a:cubicBezTo>
                      <a:pt x="38" y="173"/>
                      <a:pt x="38" y="173"/>
                      <a:pt x="38" y="173"/>
                    </a:cubicBezTo>
                    <a:cubicBezTo>
                      <a:pt x="38" y="173"/>
                      <a:pt x="38" y="173"/>
                      <a:pt x="38" y="173"/>
                    </a:cubicBezTo>
                    <a:cubicBezTo>
                      <a:pt x="4" y="173"/>
                      <a:pt x="4" y="173"/>
                      <a:pt x="4" y="173"/>
                    </a:cubicBezTo>
                    <a:cubicBezTo>
                      <a:pt x="4" y="237"/>
                      <a:pt x="4" y="237"/>
                      <a:pt x="4" y="237"/>
                    </a:cubicBezTo>
                    <a:cubicBezTo>
                      <a:pt x="239" y="237"/>
                      <a:pt x="239" y="237"/>
                      <a:pt x="239" y="237"/>
                    </a:cubicBezTo>
                    <a:cubicBezTo>
                      <a:pt x="239" y="173"/>
                      <a:pt x="239" y="173"/>
                      <a:pt x="239" y="173"/>
                    </a:cubicBezTo>
                    <a:cubicBezTo>
                      <a:pt x="105" y="173"/>
                      <a:pt x="105" y="173"/>
                      <a:pt x="105" y="173"/>
                    </a:cubicBezTo>
                    <a:cubicBezTo>
                      <a:pt x="81" y="173"/>
                      <a:pt x="56" y="154"/>
                      <a:pt x="56" y="119"/>
                    </a:cubicBezTo>
                    <a:cubicBezTo>
                      <a:pt x="56" y="93"/>
                      <a:pt x="74" y="65"/>
                      <a:pt x="105" y="65"/>
                    </a:cubicBezTo>
                    <a:cubicBezTo>
                      <a:pt x="239" y="65"/>
                      <a:pt x="239" y="65"/>
                      <a:pt x="239" y="65"/>
                    </a:cubicBezTo>
                    <a:cubicBezTo>
                      <a:pt x="239" y="0"/>
                      <a:pt x="239" y="0"/>
                      <a:pt x="239" y="0"/>
                    </a:cubicBezTo>
                    <a:cubicBezTo>
                      <a:pt x="93" y="0"/>
                      <a:pt x="93" y="0"/>
                      <a:pt x="93" y="0"/>
                    </a:cubicBezTo>
                    <a:cubicBezTo>
                      <a:pt x="39" y="0"/>
                      <a:pt x="0" y="39"/>
                      <a:pt x="0" y="9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5" name="Freeform 7">
                <a:extLst>
                  <a:ext uri="{FF2B5EF4-FFF2-40B4-BE49-F238E27FC236}">
                    <a16:creationId xmlns:a16="http://schemas.microsoft.com/office/drawing/2014/main" id="{3CA96921-0134-4138-B35F-24FF94928025}"/>
                  </a:ext>
                </a:extLst>
              </p:cNvPr>
              <p:cNvSpPr>
                <a:spLocks/>
              </p:cNvSpPr>
              <p:nvPr userDrawn="1"/>
            </p:nvSpPr>
            <p:spPr bwMode="auto">
              <a:xfrm>
                <a:off x="11425237" y="2452689"/>
                <a:ext cx="449262" cy="506413"/>
              </a:xfrm>
              <a:custGeom>
                <a:avLst/>
                <a:gdLst>
                  <a:gd name="T0" fmla="*/ 0 w 283"/>
                  <a:gd name="T1" fmla="*/ 89 h 319"/>
                  <a:gd name="T2" fmla="*/ 193 w 283"/>
                  <a:gd name="T3" fmla="*/ 159 h 319"/>
                  <a:gd name="T4" fmla="*/ 0 w 283"/>
                  <a:gd name="T5" fmla="*/ 229 h 319"/>
                  <a:gd name="T6" fmla="*/ 0 w 283"/>
                  <a:gd name="T7" fmla="*/ 319 h 319"/>
                  <a:gd name="T8" fmla="*/ 283 w 283"/>
                  <a:gd name="T9" fmla="*/ 202 h 319"/>
                  <a:gd name="T10" fmla="*/ 283 w 283"/>
                  <a:gd name="T11" fmla="*/ 117 h 319"/>
                  <a:gd name="T12" fmla="*/ 0 w 283"/>
                  <a:gd name="T13" fmla="*/ 0 h 319"/>
                  <a:gd name="T14" fmla="*/ 0 w 283"/>
                  <a:gd name="T15" fmla="*/ 89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3" h="319">
                    <a:moveTo>
                      <a:pt x="0" y="89"/>
                    </a:moveTo>
                    <a:lnTo>
                      <a:pt x="193" y="159"/>
                    </a:lnTo>
                    <a:lnTo>
                      <a:pt x="0" y="229"/>
                    </a:lnTo>
                    <a:lnTo>
                      <a:pt x="0" y="319"/>
                    </a:lnTo>
                    <a:lnTo>
                      <a:pt x="283" y="202"/>
                    </a:lnTo>
                    <a:lnTo>
                      <a:pt x="283" y="117"/>
                    </a:lnTo>
                    <a:lnTo>
                      <a:pt x="0" y="0"/>
                    </a:lnTo>
                    <a:lnTo>
                      <a:pt x="0" y="8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7" name="Freeform 8">
                <a:extLst>
                  <a:ext uri="{FF2B5EF4-FFF2-40B4-BE49-F238E27FC236}">
                    <a16:creationId xmlns:a16="http://schemas.microsoft.com/office/drawing/2014/main" id="{294835C9-5930-4B1D-B981-5AC310AA6029}"/>
                  </a:ext>
                </a:extLst>
              </p:cNvPr>
              <p:cNvSpPr>
                <a:spLocks noEditPoints="1"/>
              </p:cNvSpPr>
              <p:nvPr userDrawn="1"/>
            </p:nvSpPr>
            <p:spPr bwMode="auto">
              <a:xfrm>
                <a:off x="11418887" y="3968751"/>
                <a:ext cx="463550" cy="471488"/>
              </a:xfrm>
              <a:custGeom>
                <a:avLst/>
                <a:gdLst>
                  <a:gd name="T0" fmla="*/ 167 w 243"/>
                  <a:gd name="T1" fmla="*/ 46 h 246"/>
                  <a:gd name="T2" fmla="*/ 192 w 243"/>
                  <a:gd name="T3" fmla="*/ 113 h 246"/>
                  <a:gd name="T4" fmla="*/ 173 w 243"/>
                  <a:gd name="T5" fmla="*/ 165 h 246"/>
                  <a:gd name="T6" fmla="*/ 104 w 243"/>
                  <a:gd name="T7" fmla="*/ 0 h 246"/>
                  <a:gd name="T8" fmla="*/ 39 w 243"/>
                  <a:gd name="T9" fmla="*/ 28 h 246"/>
                  <a:gd name="T10" fmla="*/ 0 w 243"/>
                  <a:gd name="T11" fmla="*/ 121 h 246"/>
                  <a:gd name="T12" fmla="*/ 122 w 243"/>
                  <a:gd name="T13" fmla="*/ 246 h 246"/>
                  <a:gd name="T14" fmla="*/ 243 w 243"/>
                  <a:gd name="T15" fmla="*/ 114 h 246"/>
                  <a:gd name="T16" fmla="*/ 198 w 243"/>
                  <a:gd name="T17" fmla="*/ 5 h 246"/>
                  <a:gd name="T18" fmla="*/ 167 w 243"/>
                  <a:gd name="T19" fmla="*/ 46 h 246"/>
                  <a:gd name="T20" fmla="*/ 75 w 243"/>
                  <a:gd name="T21" fmla="*/ 170 h 246"/>
                  <a:gd name="T22" fmla="*/ 51 w 243"/>
                  <a:gd name="T23" fmla="*/ 120 h 246"/>
                  <a:gd name="T24" fmla="*/ 84 w 243"/>
                  <a:gd name="T25" fmla="*/ 70 h 246"/>
                  <a:gd name="T26" fmla="*/ 131 w 243"/>
                  <a:gd name="T27" fmla="*/ 183 h 246"/>
                  <a:gd name="T28" fmla="*/ 75 w 243"/>
                  <a:gd name="T29" fmla="*/ 17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3" h="246">
                    <a:moveTo>
                      <a:pt x="167" y="46"/>
                    </a:moveTo>
                    <a:cubicBezTo>
                      <a:pt x="187" y="73"/>
                      <a:pt x="192" y="88"/>
                      <a:pt x="192" y="113"/>
                    </a:cubicBezTo>
                    <a:cubicBezTo>
                      <a:pt x="192" y="135"/>
                      <a:pt x="185" y="153"/>
                      <a:pt x="173" y="165"/>
                    </a:cubicBezTo>
                    <a:cubicBezTo>
                      <a:pt x="104" y="0"/>
                      <a:pt x="104" y="0"/>
                      <a:pt x="104" y="0"/>
                    </a:cubicBezTo>
                    <a:cubicBezTo>
                      <a:pt x="79" y="4"/>
                      <a:pt x="56" y="14"/>
                      <a:pt x="39" y="28"/>
                    </a:cubicBezTo>
                    <a:cubicBezTo>
                      <a:pt x="13" y="50"/>
                      <a:pt x="0" y="82"/>
                      <a:pt x="0" y="121"/>
                    </a:cubicBezTo>
                    <a:cubicBezTo>
                      <a:pt x="0" y="192"/>
                      <a:pt x="52" y="246"/>
                      <a:pt x="122" y="246"/>
                    </a:cubicBezTo>
                    <a:cubicBezTo>
                      <a:pt x="193" y="246"/>
                      <a:pt x="243" y="192"/>
                      <a:pt x="243" y="114"/>
                    </a:cubicBezTo>
                    <a:cubicBezTo>
                      <a:pt x="243" y="70"/>
                      <a:pt x="222" y="26"/>
                      <a:pt x="198" y="5"/>
                    </a:cubicBezTo>
                    <a:lnTo>
                      <a:pt x="167" y="46"/>
                    </a:lnTo>
                    <a:close/>
                    <a:moveTo>
                      <a:pt x="75" y="170"/>
                    </a:moveTo>
                    <a:cubicBezTo>
                      <a:pt x="60" y="159"/>
                      <a:pt x="51" y="141"/>
                      <a:pt x="51" y="120"/>
                    </a:cubicBezTo>
                    <a:cubicBezTo>
                      <a:pt x="51" y="97"/>
                      <a:pt x="65" y="79"/>
                      <a:pt x="84" y="70"/>
                    </a:cubicBezTo>
                    <a:cubicBezTo>
                      <a:pt x="131" y="183"/>
                      <a:pt x="131" y="183"/>
                      <a:pt x="131" y="183"/>
                    </a:cubicBezTo>
                    <a:cubicBezTo>
                      <a:pt x="107" y="186"/>
                      <a:pt x="88" y="180"/>
                      <a:pt x="75" y="17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8" name="Freeform 9">
                <a:extLst>
                  <a:ext uri="{FF2B5EF4-FFF2-40B4-BE49-F238E27FC236}">
                    <a16:creationId xmlns:a16="http://schemas.microsoft.com/office/drawing/2014/main" id="{C78C8B28-A3DD-4458-8A59-EE68D1ACDDF2}"/>
                  </a:ext>
                </a:extLst>
              </p:cNvPr>
              <p:cNvSpPr>
                <a:spLocks/>
              </p:cNvSpPr>
              <p:nvPr userDrawn="1"/>
            </p:nvSpPr>
            <p:spPr bwMode="auto">
              <a:xfrm>
                <a:off x="11291887" y="4451351"/>
                <a:ext cx="582612" cy="404813"/>
              </a:xfrm>
              <a:custGeom>
                <a:avLst/>
                <a:gdLst>
                  <a:gd name="T0" fmla="*/ 296 w 367"/>
                  <a:gd name="T1" fmla="*/ 0 h 255"/>
                  <a:gd name="T2" fmla="*/ 296 w 367"/>
                  <a:gd name="T3" fmla="*/ 177 h 255"/>
                  <a:gd name="T4" fmla="*/ 0 w 367"/>
                  <a:gd name="T5" fmla="*/ 177 h 255"/>
                  <a:gd name="T6" fmla="*/ 0 w 367"/>
                  <a:gd name="T7" fmla="*/ 255 h 255"/>
                  <a:gd name="T8" fmla="*/ 367 w 367"/>
                  <a:gd name="T9" fmla="*/ 255 h 255"/>
                  <a:gd name="T10" fmla="*/ 367 w 367"/>
                  <a:gd name="T11" fmla="*/ 0 h 255"/>
                  <a:gd name="T12" fmla="*/ 296 w 367"/>
                  <a:gd name="T13" fmla="*/ 0 h 255"/>
                </a:gdLst>
                <a:ahLst/>
                <a:cxnLst>
                  <a:cxn ang="0">
                    <a:pos x="T0" y="T1"/>
                  </a:cxn>
                  <a:cxn ang="0">
                    <a:pos x="T2" y="T3"/>
                  </a:cxn>
                  <a:cxn ang="0">
                    <a:pos x="T4" y="T5"/>
                  </a:cxn>
                  <a:cxn ang="0">
                    <a:pos x="T6" y="T7"/>
                  </a:cxn>
                  <a:cxn ang="0">
                    <a:pos x="T8" y="T9"/>
                  </a:cxn>
                  <a:cxn ang="0">
                    <a:pos x="T10" y="T11"/>
                  </a:cxn>
                  <a:cxn ang="0">
                    <a:pos x="T12" y="T13"/>
                  </a:cxn>
                </a:cxnLst>
                <a:rect l="0" t="0" r="r" b="b"/>
                <a:pathLst>
                  <a:path w="367" h="255">
                    <a:moveTo>
                      <a:pt x="296" y="0"/>
                    </a:moveTo>
                    <a:lnTo>
                      <a:pt x="296" y="177"/>
                    </a:lnTo>
                    <a:lnTo>
                      <a:pt x="0" y="177"/>
                    </a:lnTo>
                    <a:lnTo>
                      <a:pt x="0" y="255"/>
                    </a:lnTo>
                    <a:lnTo>
                      <a:pt x="367" y="255"/>
                    </a:lnTo>
                    <a:lnTo>
                      <a:pt x="367" y="0"/>
                    </a:lnTo>
                    <a:lnTo>
                      <a:pt x="2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9" name="Freeform 10">
                <a:extLst>
                  <a:ext uri="{FF2B5EF4-FFF2-40B4-BE49-F238E27FC236}">
                    <a16:creationId xmlns:a16="http://schemas.microsoft.com/office/drawing/2014/main" id="{C8D26C51-B040-4FC2-B37F-5972C012FEE6}"/>
                  </a:ext>
                </a:extLst>
              </p:cNvPr>
              <p:cNvSpPr>
                <a:spLocks noEditPoints="1"/>
              </p:cNvSpPr>
              <p:nvPr userDrawn="1"/>
            </p:nvSpPr>
            <p:spPr bwMode="auto">
              <a:xfrm>
                <a:off x="11418887" y="1987551"/>
                <a:ext cx="463550" cy="484188"/>
              </a:xfrm>
              <a:custGeom>
                <a:avLst/>
                <a:gdLst>
                  <a:gd name="T0" fmla="*/ 243 w 243"/>
                  <a:gd name="T1" fmla="*/ 127 h 253"/>
                  <a:gd name="T2" fmla="*/ 122 w 243"/>
                  <a:gd name="T3" fmla="*/ 253 h 253"/>
                  <a:gd name="T4" fmla="*/ 0 w 243"/>
                  <a:gd name="T5" fmla="*/ 126 h 253"/>
                  <a:gd name="T6" fmla="*/ 122 w 243"/>
                  <a:gd name="T7" fmla="*/ 0 h 253"/>
                  <a:gd name="T8" fmla="*/ 243 w 243"/>
                  <a:gd name="T9" fmla="*/ 127 h 253"/>
                  <a:gd name="T10" fmla="*/ 55 w 243"/>
                  <a:gd name="T11" fmla="*/ 127 h 253"/>
                  <a:gd name="T12" fmla="*/ 122 w 243"/>
                  <a:gd name="T13" fmla="*/ 189 h 253"/>
                  <a:gd name="T14" fmla="*/ 188 w 243"/>
                  <a:gd name="T15" fmla="*/ 126 h 253"/>
                  <a:gd name="T16" fmla="*/ 122 w 243"/>
                  <a:gd name="T17" fmla="*/ 64 h 253"/>
                  <a:gd name="T18" fmla="*/ 55 w 243"/>
                  <a:gd name="T19" fmla="*/ 12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 h="253">
                    <a:moveTo>
                      <a:pt x="243" y="127"/>
                    </a:moveTo>
                    <a:cubicBezTo>
                      <a:pt x="243" y="198"/>
                      <a:pt x="190" y="253"/>
                      <a:pt x="122" y="253"/>
                    </a:cubicBezTo>
                    <a:cubicBezTo>
                      <a:pt x="53" y="253"/>
                      <a:pt x="0" y="197"/>
                      <a:pt x="0" y="126"/>
                    </a:cubicBezTo>
                    <a:cubicBezTo>
                      <a:pt x="0" y="56"/>
                      <a:pt x="53" y="0"/>
                      <a:pt x="122" y="0"/>
                    </a:cubicBezTo>
                    <a:cubicBezTo>
                      <a:pt x="190" y="0"/>
                      <a:pt x="243" y="56"/>
                      <a:pt x="243" y="127"/>
                    </a:cubicBezTo>
                    <a:moveTo>
                      <a:pt x="55" y="127"/>
                    </a:moveTo>
                    <a:cubicBezTo>
                      <a:pt x="55" y="163"/>
                      <a:pt x="83" y="189"/>
                      <a:pt x="122" y="189"/>
                    </a:cubicBezTo>
                    <a:cubicBezTo>
                      <a:pt x="159" y="189"/>
                      <a:pt x="188" y="162"/>
                      <a:pt x="188" y="126"/>
                    </a:cubicBezTo>
                    <a:cubicBezTo>
                      <a:pt x="188" y="90"/>
                      <a:pt x="160" y="64"/>
                      <a:pt x="122" y="64"/>
                    </a:cubicBezTo>
                    <a:cubicBezTo>
                      <a:pt x="85" y="64"/>
                      <a:pt x="55" y="92"/>
                      <a:pt x="55" y="1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20" name="Freeform 11">
                <a:extLst>
                  <a:ext uri="{FF2B5EF4-FFF2-40B4-BE49-F238E27FC236}">
                    <a16:creationId xmlns:a16="http://schemas.microsoft.com/office/drawing/2014/main" id="{37678D62-51AF-470A-BDE3-8ED3FCCDE0FF}"/>
                  </a:ext>
                </a:extLst>
              </p:cNvPr>
              <p:cNvSpPr>
                <a:spLocks noEditPoints="1"/>
              </p:cNvSpPr>
              <p:nvPr userDrawn="1"/>
            </p:nvSpPr>
            <p:spPr bwMode="auto">
              <a:xfrm>
                <a:off x="11418887" y="2938464"/>
                <a:ext cx="463550" cy="484188"/>
              </a:xfrm>
              <a:custGeom>
                <a:avLst/>
                <a:gdLst>
                  <a:gd name="T0" fmla="*/ 243 w 243"/>
                  <a:gd name="T1" fmla="*/ 127 h 253"/>
                  <a:gd name="T2" fmla="*/ 122 w 243"/>
                  <a:gd name="T3" fmla="*/ 253 h 253"/>
                  <a:gd name="T4" fmla="*/ 0 w 243"/>
                  <a:gd name="T5" fmla="*/ 126 h 253"/>
                  <a:gd name="T6" fmla="*/ 122 w 243"/>
                  <a:gd name="T7" fmla="*/ 0 h 253"/>
                  <a:gd name="T8" fmla="*/ 243 w 243"/>
                  <a:gd name="T9" fmla="*/ 127 h 253"/>
                  <a:gd name="T10" fmla="*/ 55 w 243"/>
                  <a:gd name="T11" fmla="*/ 127 h 253"/>
                  <a:gd name="T12" fmla="*/ 122 w 243"/>
                  <a:gd name="T13" fmla="*/ 189 h 253"/>
                  <a:gd name="T14" fmla="*/ 188 w 243"/>
                  <a:gd name="T15" fmla="*/ 126 h 253"/>
                  <a:gd name="T16" fmla="*/ 122 w 243"/>
                  <a:gd name="T17" fmla="*/ 64 h 253"/>
                  <a:gd name="T18" fmla="*/ 55 w 243"/>
                  <a:gd name="T19" fmla="*/ 12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 h="253">
                    <a:moveTo>
                      <a:pt x="243" y="127"/>
                    </a:moveTo>
                    <a:cubicBezTo>
                      <a:pt x="243" y="198"/>
                      <a:pt x="190" y="253"/>
                      <a:pt x="122" y="253"/>
                    </a:cubicBezTo>
                    <a:cubicBezTo>
                      <a:pt x="53" y="253"/>
                      <a:pt x="0" y="197"/>
                      <a:pt x="0" y="126"/>
                    </a:cubicBezTo>
                    <a:cubicBezTo>
                      <a:pt x="0" y="56"/>
                      <a:pt x="53" y="0"/>
                      <a:pt x="122" y="0"/>
                    </a:cubicBezTo>
                    <a:cubicBezTo>
                      <a:pt x="190" y="0"/>
                      <a:pt x="243" y="56"/>
                      <a:pt x="243" y="127"/>
                    </a:cubicBezTo>
                    <a:moveTo>
                      <a:pt x="55" y="127"/>
                    </a:moveTo>
                    <a:cubicBezTo>
                      <a:pt x="55" y="163"/>
                      <a:pt x="83" y="189"/>
                      <a:pt x="122" y="189"/>
                    </a:cubicBezTo>
                    <a:cubicBezTo>
                      <a:pt x="159" y="189"/>
                      <a:pt x="188" y="162"/>
                      <a:pt x="188" y="126"/>
                    </a:cubicBezTo>
                    <a:cubicBezTo>
                      <a:pt x="188" y="90"/>
                      <a:pt x="160" y="64"/>
                      <a:pt x="122" y="64"/>
                    </a:cubicBezTo>
                    <a:cubicBezTo>
                      <a:pt x="85" y="64"/>
                      <a:pt x="55" y="92"/>
                      <a:pt x="55" y="1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grpSp>
    </p:spTree>
    <p:extLst>
      <p:ext uri="{BB962C8B-B14F-4D97-AF65-F5344CB8AC3E}">
        <p14:creationId xmlns:p14="http://schemas.microsoft.com/office/powerpoint/2010/main" val="209977132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osing Slide_Black">
    <p:bg>
      <p:bgPr>
        <a:solidFill>
          <a:schemeClr val="tx1"/>
        </a:solid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80CD9248-0A2C-4050-B347-2980229F11A8}"/>
              </a:ext>
            </a:extLst>
          </p:cNvPr>
          <p:cNvGrpSpPr/>
          <p:nvPr userDrawn="1"/>
        </p:nvGrpSpPr>
        <p:grpSpPr>
          <a:xfrm rot="16200000">
            <a:off x="372593" y="2655660"/>
            <a:ext cx="6856214" cy="1544890"/>
            <a:chOff x="541049" y="2649538"/>
            <a:chExt cx="9285724" cy="2092325"/>
          </a:xfrm>
          <a:solidFill>
            <a:schemeClr val="bg1"/>
          </a:solidFill>
        </p:grpSpPr>
        <p:sp>
          <p:nvSpPr>
            <p:cNvPr id="54" name="Freeform 5">
              <a:extLst>
                <a:ext uri="{FF2B5EF4-FFF2-40B4-BE49-F238E27FC236}">
                  <a16:creationId xmlns:a16="http://schemas.microsoft.com/office/drawing/2014/main" id="{99FEE917-CD84-4C97-B4F9-73DFE2A473DA}"/>
                </a:ext>
              </a:extLst>
            </p:cNvPr>
            <p:cNvSpPr>
              <a:spLocks/>
            </p:cNvSpPr>
            <p:nvPr userDrawn="1"/>
          </p:nvSpPr>
          <p:spPr bwMode="auto">
            <a:xfrm>
              <a:off x="541049" y="2809876"/>
              <a:ext cx="963613" cy="1928813"/>
            </a:xfrm>
            <a:custGeom>
              <a:avLst/>
              <a:gdLst>
                <a:gd name="T0" fmla="*/ 57 w 301"/>
                <a:gd name="T1" fmla="*/ 458 h 600"/>
                <a:gd name="T2" fmla="*/ 57 w 301"/>
                <a:gd name="T3" fmla="*/ 235 h 600"/>
                <a:gd name="T4" fmla="*/ 0 w 301"/>
                <a:gd name="T5" fmla="*/ 235 h 600"/>
                <a:gd name="T6" fmla="*/ 0 w 301"/>
                <a:gd name="T7" fmla="*/ 121 h 600"/>
                <a:gd name="T8" fmla="*/ 57 w 301"/>
                <a:gd name="T9" fmla="*/ 121 h 600"/>
                <a:gd name="T10" fmla="*/ 57 w 301"/>
                <a:gd name="T11" fmla="*/ 0 h 600"/>
                <a:gd name="T12" fmla="*/ 190 w 301"/>
                <a:gd name="T13" fmla="*/ 0 h 600"/>
                <a:gd name="T14" fmla="*/ 190 w 301"/>
                <a:gd name="T15" fmla="*/ 121 h 600"/>
                <a:gd name="T16" fmla="*/ 301 w 301"/>
                <a:gd name="T17" fmla="*/ 121 h 600"/>
                <a:gd name="T18" fmla="*/ 301 w 301"/>
                <a:gd name="T19" fmla="*/ 235 h 600"/>
                <a:gd name="T20" fmla="*/ 190 w 301"/>
                <a:gd name="T21" fmla="*/ 235 h 600"/>
                <a:gd name="T22" fmla="*/ 190 w 301"/>
                <a:gd name="T23" fmla="*/ 436 h 600"/>
                <a:gd name="T24" fmla="*/ 233 w 301"/>
                <a:gd name="T25" fmla="*/ 482 h 600"/>
                <a:gd name="T26" fmla="*/ 299 w 301"/>
                <a:gd name="T27" fmla="*/ 465 h 600"/>
                <a:gd name="T28" fmla="*/ 299 w 301"/>
                <a:gd name="T29" fmla="*/ 573 h 600"/>
                <a:gd name="T30" fmla="*/ 194 w 301"/>
                <a:gd name="T31" fmla="*/ 600 h 600"/>
                <a:gd name="T32" fmla="*/ 57 w 301"/>
                <a:gd name="T33" fmla="*/ 458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1" h="600">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5" name="Freeform 6">
              <a:extLst>
                <a:ext uri="{FF2B5EF4-FFF2-40B4-BE49-F238E27FC236}">
                  <a16:creationId xmlns:a16="http://schemas.microsoft.com/office/drawing/2014/main" id="{78C9364A-BFFF-4F94-9D90-8A71731D6352}"/>
                </a:ext>
              </a:extLst>
            </p:cNvPr>
            <p:cNvSpPr>
              <a:spLocks/>
            </p:cNvSpPr>
            <p:nvPr userDrawn="1"/>
          </p:nvSpPr>
          <p:spPr bwMode="auto">
            <a:xfrm>
              <a:off x="1708151" y="2649538"/>
              <a:ext cx="1382713" cy="2063750"/>
            </a:xfrm>
            <a:custGeom>
              <a:avLst/>
              <a:gdLst>
                <a:gd name="T0" fmla="*/ 0 w 432"/>
                <a:gd name="T1" fmla="*/ 0 h 642"/>
                <a:gd name="T2" fmla="*/ 134 w 432"/>
                <a:gd name="T3" fmla="*/ 0 h 642"/>
                <a:gd name="T4" fmla="*/ 134 w 432"/>
                <a:gd name="T5" fmla="*/ 237 h 642"/>
                <a:gd name="T6" fmla="*/ 272 w 432"/>
                <a:gd name="T7" fmla="*/ 162 h 642"/>
                <a:gd name="T8" fmla="*/ 432 w 432"/>
                <a:gd name="T9" fmla="*/ 337 h 642"/>
                <a:gd name="T10" fmla="*/ 432 w 432"/>
                <a:gd name="T11" fmla="*/ 642 h 642"/>
                <a:gd name="T12" fmla="*/ 298 w 432"/>
                <a:gd name="T13" fmla="*/ 642 h 642"/>
                <a:gd name="T14" fmla="*/ 298 w 432"/>
                <a:gd name="T15" fmla="*/ 379 h 642"/>
                <a:gd name="T16" fmla="*/ 218 w 432"/>
                <a:gd name="T17" fmla="*/ 283 h 642"/>
                <a:gd name="T18" fmla="*/ 134 w 432"/>
                <a:gd name="T19" fmla="*/ 379 h 642"/>
                <a:gd name="T20" fmla="*/ 134 w 432"/>
                <a:gd name="T21" fmla="*/ 642 h 642"/>
                <a:gd name="T22" fmla="*/ 0 w 432"/>
                <a:gd name="T23" fmla="*/ 642 h 642"/>
                <a:gd name="T24" fmla="*/ 0 w 432"/>
                <a:gd name="T25" fmla="*/ 0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64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6" name="Freeform 7">
              <a:extLst>
                <a:ext uri="{FF2B5EF4-FFF2-40B4-BE49-F238E27FC236}">
                  <a16:creationId xmlns:a16="http://schemas.microsoft.com/office/drawing/2014/main" id="{E572E624-9DE1-4F42-A7F5-36B7B8A2F63B}"/>
                </a:ext>
              </a:extLst>
            </p:cNvPr>
            <p:cNvSpPr>
              <a:spLocks noEditPoints="1"/>
            </p:cNvSpPr>
            <p:nvPr userDrawn="1"/>
          </p:nvSpPr>
          <p:spPr bwMode="auto">
            <a:xfrm>
              <a:off x="3261304" y="3179763"/>
              <a:ext cx="1390650" cy="1562100"/>
            </a:xfrm>
            <a:custGeom>
              <a:avLst/>
              <a:gdLst>
                <a:gd name="T0" fmla="*/ 0 w 434"/>
                <a:gd name="T1" fmla="*/ 342 h 486"/>
                <a:gd name="T2" fmla="*/ 0 w 434"/>
                <a:gd name="T3" fmla="*/ 340 h 486"/>
                <a:gd name="T4" fmla="*/ 190 w 434"/>
                <a:gd name="T5" fmla="*/ 189 h 486"/>
                <a:gd name="T6" fmla="*/ 305 w 434"/>
                <a:gd name="T7" fmla="*/ 209 h 486"/>
                <a:gd name="T8" fmla="*/ 305 w 434"/>
                <a:gd name="T9" fmla="*/ 201 h 486"/>
                <a:gd name="T10" fmla="*/ 204 w 434"/>
                <a:gd name="T11" fmla="*/ 115 h 486"/>
                <a:gd name="T12" fmla="*/ 74 w 434"/>
                <a:gd name="T13" fmla="*/ 140 h 486"/>
                <a:gd name="T14" fmla="*/ 40 w 434"/>
                <a:gd name="T15" fmla="*/ 38 h 486"/>
                <a:gd name="T16" fmla="*/ 223 w 434"/>
                <a:gd name="T17" fmla="*/ 0 h 486"/>
                <a:gd name="T18" fmla="*/ 383 w 434"/>
                <a:gd name="T19" fmla="*/ 53 h 486"/>
                <a:gd name="T20" fmla="*/ 434 w 434"/>
                <a:gd name="T21" fmla="*/ 204 h 486"/>
                <a:gd name="T22" fmla="*/ 434 w 434"/>
                <a:gd name="T23" fmla="*/ 477 h 486"/>
                <a:gd name="T24" fmla="*/ 304 w 434"/>
                <a:gd name="T25" fmla="*/ 477 h 486"/>
                <a:gd name="T26" fmla="*/ 304 w 434"/>
                <a:gd name="T27" fmla="*/ 426 h 486"/>
                <a:gd name="T28" fmla="*/ 162 w 434"/>
                <a:gd name="T29" fmla="*/ 486 h 486"/>
                <a:gd name="T30" fmla="*/ 0 w 434"/>
                <a:gd name="T31" fmla="*/ 342 h 486"/>
                <a:gd name="T32" fmla="*/ 307 w 434"/>
                <a:gd name="T33" fmla="*/ 311 h 486"/>
                <a:gd name="T34" fmla="*/ 307 w 434"/>
                <a:gd name="T35" fmla="*/ 287 h 486"/>
                <a:gd name="T36" fmla="*/ 222 w 434"/>
                <a:gd name="T37" fmla="*/ 270 h 486"/>
                <a:gd name="T38" fmla="*/ 129 w 434"/>
                <a:gd name="T39" fmla="*/ 335 h 486"/>
                <a:gd name="T40" fmla="*/ 129 w 434"/>
                <a:gd name="T41" fmla="*/ 336 h 486"/>
                <a:gd name="T42" fmla="*/ 202 w 434"/>
                <a:gd name="T43" fmla="*/ 394 h 486"/>
                <a:gd name="T44" fmla="*/ 307 w 434"/>
                <a:gd name="T45" fmla="*/ 311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34" h="486">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7" name="Freeform 8">
              <a:extLst>
                <a:ext uri="{FF2B5EF4-FFF2-40B4-BE49-F238E27FC236}">
                  <a16:creationId xmlns:a16="http://schemas.microsoft.com/office/drawing/2014/main" id="{DD8A238C-0295-48D1-8872-FE51165DDEE4}"/>
                </a:ext>
              </a:extLst>
            </p:cNvPr>
            <p:cNvSpPr>
              <a:spLocks/>
            </p:cNvSpPr>
            <p:nvPr userDrawn="1"/>
          </p:nvSpPr>
          <p:spPr bwMode="auto">
            <a:xfrm>
              <a:off x="4859916" y="3170238"/>
              <a:ext cx="1384300" cy="1543050"/>
            </a:xfrm>
            <a:custGeom>
              <a:avLst/>
              <a:gdLst>
                <a:gd name="T0" fmla="*/ 0 w 432"/>
                <a:gd name="T1" fmla="*/ 9 h 480"/>
                <a:gd name="T2" fmla="*/ 133 w 432"/>
                <a:gd name="T3" fmla="*/ 9 h 480"/>
                <a:gd name="T4" fmla="*/ 133 w 432"/>
                <a:gd name="T5" fmla="*/ 75 h 480"/>
                <a:gd name="T6" fmla="*/ 272 w 432"/>
                <a:gd name="T7" fmla="*/ 0 h 480"/>
                <a:gd name="T8" fmla="*/ 432 w 432"/>
                <a:gd name="T9" fmla="*/ 175 h 480"/>
                <a:gd name="T10" fmla="*/ 432 w 432"/>
                <a:gd name="T11" fmla="*/ 480 h 480"/>
                <a:gd name="T12" fmla="*/ 298 w 432"/>
                <a:gd name="T13" fmla="*/ 480 h 480"/>
                <a:gd name="T14" fmla="*/ 298 w 432"/>
                <a:gd name="T15" fmla="*/ 217 h 480"/>
                <a:gd name="T16" fmla="*/ 217 w 432"/>
                <a:gd name="T17" fmla="*/ 121 h 480"/>
                <a:gd name="T18" fmla="*/ 133 w 432"/>
                <a:gd name="T19" fmla="*/ 217 h 480"/>
                <a:gd name="T20" fmla="*/ 133 w 432"/>
                <a:gd name="T21" fmla="*/ 480 h 480"/>
                <a:gd name="T22" fmla="*/ 0 w 432"/>
                <a:gd name="T23" fmla="*/ 480 h 480"/>
                <a:gd name="T24" fmla="*/ 0 w 432"/>
                <a:gd name="T25" fmla="*/ 9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2" h="480">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8" name="Freeform 9">
              <a:extLst>
                <a:ext uri="{FF2B5EF4-FFF2-40B4-BE49-F238E27FC236}">
                  <a16:creationId xmlns:a16="http://schemas.microsoft.com/office/drawing/2014/main" id="{6849E95A-0C53-4220-85E0-6DFCEA7D1C44}"/>
                </a:ext>
              </a:extLst>
            </p:cNvPr>
            <p:cNvSpPr>
              <a:spLocks/>
            </p:cNvSpPr>
            <p:nvPr userDrawn="1"/>
          </p:nvSpPr>
          <p:spPr bwMode="auto">
            <a:xfrm>
              <a:off x="6436593" y="2649538"/>
              <a:ext cx="1460500" cy="2063750"/>
            </a:xfrm>
            <a:custGeom>
              <a:avLst/>
              <a:gdLst>
                <a:gd name="T0" fmla="*/ 0 w 920"/>
                <a:gd name="T1" fmla="*/ 0 h 1300"/>
                <a:gd name="T2" fmla="*/ 270 w 920"/>
                <a:gd name="T3" fmla="*/ 0 h 1300"/>
                <a:gd name="T4" fmla="*/ 270 w 920"/>
                <a:gd name="T5" fmla="*/ 692 h 1300"/>
                <a:gd name="T6" fmla="*/ 585 w 920"/>
                <a:gd name="T7" fmla="*/ 346 h 1300"/>
                <a:gd name="T8" fmla="*/ 908 w 920"/>
                <a:gd name="T9" fmla="*/ 346 h 1300"/>
                <a:gd name="T10" fmla="*/ 547 w 920"/>
                <a:gd name="T11" fmla="*/ 721 h 1300"/>
                <a:gd name="T12" fmla="*/ 920 w 920"/>
                <a:gd name="T13" fmla="*/ 1300 h 1300"/>
                <a:gd name="T14" fmla="*/ 609 w 920"/>
                <a:gd name="T15" fmla="*/ 1300 h 1300"/>
                <a:gd name="T16" fmla="*/ 365 w 920"/>
                <a:gd name="T17" fmla="*/ 909 h 1300"/>
                <a:gd name="T18" fmla="*/ 270 w 920"/>
                <a:gd name="T19" fmla="*/ 1010 h 1300"/>
                <a:gd name="T20" fmla="*/ 270 w 920"/>
                <a:gd name="T21" fmla="*/ 1300 h 1300"/>
                <a:gd name="T22" fmla="*/ 0 w 920"/>
                <a:gd name="T23" fmla="*/ 1300 h 1300"/>
                <a:gd name="T24" fmla="*/ 0 w 920"/>
                <a:gd name="T25" fmla="*/ 0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0" h="130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59" name="Freeform 10">
              <a:extLst>
                <a:ext uri="{FF2B5EF4-FFF2-40B4-BE49-F238E27FC236}">
                  <a16:creationId xmlns:a16="http://schemas.microsoft.com/office/drawing/2014/main" id="{056EAF60-5381-416A-895C-D1FAED9FDFFF}"/>
                </a:ext>
              </a:extLst>
            </p:cNvPr>
            <p:cNvSpPr>
              <a:spLocks/>
            </p:cNvSpPr>
            <p:nvPr userDrawn="1"/>
          </p:nvSpPr>
          <p:spPr bwMode="auto">
            <a:xfrm>
              <a:off x="7919896" y="3173413"/>
              <a:ext cx="1227138" cy="1568450"/>
            </a:xfrm>
            <a:custGeom>
              <a:avLst/>
              <a:gdLst>
                <a:gd name="T0" fmla="*/ 0 w 383"/>
                <a:gd name="T1" fmla="*/ 417 h 488"/>
                <a:gd name="T2" fmla="*/ 57 w 383"/>
                <a:gd name="T3" fmla="*/ 329 h 488"/>
                <a:gd name="T4" fmla="*/ 206 w 383"/>
                <a:gd name="T5" fmla="*/ 385 h 488"/>
                <a:gd name="T6" fmla="*/ 262 w 383"/>
                <a:gd name="T7" fmla="*/ 350 h 488"/>
                <a:gd name="T8" fmla="*/ 262 w 383"/>
                <a:gd name="T9" fmla="*/ 348 h 488"/>
                <a:gd name="T10" fmla="*/ 165 w 383"/>
                <a:gd name="T11" fmla="*/ 294 h 488"/>
                <a:gd name="T12" fmla="*/ 24 w 383"/>
                <a:gd name="T13" fmla="*/ 152 h 488"/>
                <a:gd name="T14" fmla="*/ 24 w 383"/>
                <a:gd name="T15" fmla="*/ 150 h 488"/>
                <a:gd name="T16" fmla="*/ 196 w 383"/>
                <a:gd name="T17" fmla="*/ 0 h 488"/>
                <a:gd name="T18" fmla="*/ 372 w 383"/>
                <a:gd name="T19" fmla="*/ 55 h 488"/>
                <a:gd name="T20" fmla="*/ 321 w 383"/>
                <a:gd name="T21" fmla="*/ 147 h 488"/>
                <a:gd name="T22" fmla="*/ 194 w 383"/>
                <a:gd name="T23" fmla="*/ 103 h 488"/>
                <a:gd name="T24" fmla="*/ 144 w 383"/>
                <a:gd name="T25" fmla="*/ 136 h 488"/>
                <a:gd name="T26" fmla="*/ 144 w 383"/>
                <a:gd name="T27" fmla="*/ 138 h 488"/>
                <a:gd name="T28" fmla="*/ 240 w 383"/>
                <a:gd name="T29" fmla="*/ 194 h 488"/>
                <a:gd name="T30" fmla="*/ 383 w 383"/>
                <a:gd name="T31" fmla="*/ 334 h 488"/>
                <a:gd name="T32" fmla="*/ 383 w 383"/>
                <a:gd name="T33" fmla="*/ 336 h 488"/>
                <a:gd name="T34" fmla="*/ 203 w 383"/>
                <a:gd name="T35" fmla="*/ 488 h 488"/>
                <a:gd name="T36" fmla="*/ 0 w 383"/>
                <a:gd name="T37" fmla="*/ 417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83" h="488">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60" name="Oval 11">
              <a:extLst>
                <a:ext uri="{FF2B5EF4-FFF2-40B4-BE49-F238E27FC236}">
                  <a16:creationId xmlns:a16="http://schemas.microsoft.com/office/drawing/2014/main" id="{0154DA0C-208D-4580-AFAD-81B221FB1EE9}"/>
                </a:ext>
              </a:extLst>
            </p:cNvPr>
            <p:cNvSpPr>
              <a:spLocks noChangeArrowheads="1"/>
            </p:cNvSpPr>
            <p:nvPr userDrawn="1"/>
          </p:nvSpPr>
          <p:spPr bwMode="auto">
            <a:xfrm>
              <a:off x="9282260" y="4167188"/>
              <a:ext cx="544513" cy="5461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grpSp>
        <p:nvGrpSpPr>
          <p:cNvPr id="105" name="Group 104">
            <a:extLst>
              <a:ext uri="{FF2B5EF4-FFF2-40B4-BE49-F238E27FC236}">
                <a16:creationId xmlns:a16="http://schemas.microsoft.com/office/drawing/2014/main" id="{1F1F6355-08A9-4C09-B618-1C445A02E219}"/>
              </a:ext>
            </a:extLst>
          </p:cNvPr>
          <p:cNvGrpSpPr/>
          <p:nvPr userDrawn="1"/>
        </p:nvGrpSpPr>
        <p:grpSpPr>
          <a:xfrm>
            <a:off x="7045327" y="1676401"/>
            <a:ext cx="5145087" cy="3505200"/>
            <a:chOff x="7045325" y="1676401"/>
            <a:chExt cx="5145087" cy="3505200"/>
          </a:xfrm>
        </p:grpSpPr>
        <p:sp>
          <p:nvSpPr>
            <p:cNvPr id="106" name="Freeform 5">
              <a:extLst>
                <a:ext uri="{FF2B5EF4-FFF2-40B4-BE49-F238E27FC236}">
                  <a16:creationId xmlns:a16="http://schemas.microsoft.com/office/drawing/2014/main" id="{B42EB7FA-FF17-4B14-9DA1-B0E656D461A7}"/>
                </a:ext>
              </a:extLst>
            </p:cNvPr>
            <p:cNvSpPr>
              <a:spLocks noEditPoints="1"/>
            </p:cNvSpPr>
            <p:nvPr userDrawn="1"/>
          </p:nvSpPr>
          <p:spPr bwMode="auto">
            <a:xfrm>
              <a:off x="7045325" y="1676401"/>
              <a:ext cx="5145087" cy="3505200"/>
            </a:xfrm>
            <a:custGeom>
              <a:avLst/>
              <a:gdLst>
                <a:gd name="T0" fmla="*/ 717 w 2697"/>
                <a:gd name="T1" fmla="*/ 241 h 1832"/>
                <a:gd name="T2" fmla="*/ 698 w 2697"/>
                <a:gd name="T3" fmla="*/ 358 h 1832"/>
                <a:gd name="T4" fmla="*/ 755 w 2697"/>
                <a:gd name="T5" fmla="*/ 353 h 1832"/>
                <a:gd name="T6" fmla="*/ 952 w 2697"/>
                <a:gd name="T7" fmla="*/ 431 h 1832"/>
                <a:gd name="T8" fmla="*/ 1077 w 2697"/>
                <a:gd name="T9" fmla="*/ 299 h 1832"/>
                <a:gd name="T10" fmla="*/ 769 w 2697"/>
                <a:gd name="T11" fmla="*/ 229 h 1832"/>
                <a:gd name="T12" fmla="*/ 1219 w 2697"/>
                <a:gd name="T13" fmla="*/ 431 h 1832"/>
                <a:gd name="T14" fmla="*/ 1120 w 2697"/>
                <a:gd name="T15" fmla="*/ 287 h 1832"/>
                <a:gd name="T16" fmla="*/ 1089 w 2697"/>
                <a:gd name="T17" fmla="*/ 373 h 1832"/>
                <a:gd name="T18" fmla="*/ 1175 w 2697"/>
                <a:gd name="T19" fmla="*/ 395 h 1832"/>
                <a:gd name="T20" fmla="*/ 1412 w 2697"/>
                <a:gd name="T21" fmla="*/ 225 h 1832"/>
                <a:gd name="T22" fmla="*/ 1348 w 2697"/>
                <a:gd name="T23" fmla="*/ 356 h 1832"/>
                <a:gd name="T24" fmla="*/ 1505 w 2697"/>
                <a:gd name="T25" fmla="*/ 364 h 1832"/>
                <a:gd name="T26" fmla="*/ 1448 w 2697"/>
                <a:gd name="T27" fmla="*/ 177 h 1832"/>
                <a:gd name="T28" fmla="*/ 1666 w 2697"/>
                <a:gd name="T29" fmla="*/ 435 h 1832"/>
                <a:gd name="T30" fmla="*/ 1758 w 2697"/>
                <a:gd name="T31" fmla="*/ 335 h 1832"/>
                <a:gd name="T32" fmla="*/ 1703 w 2697"/>
                <a:gd name="T33" fmla="*/ 314 h 1832"/>
                <a:gd name="T34" fmla="*/ 1892 w 2697"/>
                <a:gd name="T35" fmla="*/ 225 h 1832"/>
                <a:gd name="T36" fmla="*/ 1828 w 2697"/>
                <a:gd name="T37" fmla="*/ 356 h 1832"/>
                <a:gd name="T38" fmla="*/ 24 w 2697"/>
                <a:gd name="T39" fmla="*/ 634 h 1832"/>
                <a:gd name="T40" fmla="*/ 81 w 2697"/>
                <a:gd name="T41" fmla="*/ 720 h 1832"/>
                <a:gd name="T42" fmla="*/ 237 w 2697"/>
                <a:gd name="T43" fmla="*/ 581 h 1832"/>
                <a:gd name="T44" fmla="*/ 243 w 2697"/>
                <a:gd name="T45" fmla="*/ 745 h 1832"/>
                <a:gd name="T46" fmla="*/ 237 w 2697"/>
                <a:gd name="T47" fmla="*/ 627 h 1832"/>
                <a:gd name="T48" fmla="*/ 450 w 2697"/>
                <a:gd name="T49" fmla="*/ 631 h 1832"/>
                <a:gd name="T50" fmla="*/ 449 w 2697"/>
                <a:gd name="T51" fmla="*/ 791 h 1832"/>
                <a:gd name="T52" fmla="*/ 598 w 2697"/>
                <a:gd name="T53" fmla="*/ 512 h 1832"/>
                <a:gd name="T54" fmla="*/ 669 w 2697"/>
                <a:gd name="T55" fmla="*/ 674 h 1832"/>
                <a:gd name="T56" fmla="*/ 798 w 2697"/>
                <a:gd name="T57" fmla="*/ 614 h 1832"/>
                <a:gd name="T58" fmla="*/ 833 w 2697"/>
                <a:gd name="T59" fmla="*/ 633 h 1832"/>
                <a:gd name="T60" fmla="*/ 1155 w 2697"/>
                <a:gd name="T61" fmla="*/ 686 h 1832"/>
                <a:gd name="T62" fmla="*/ 1155 w 2697"/>
                <a:gd name="T63" fmla="*/ 686 h 1832"/>
                <a:gd name="T64" fmla="*/ 1047 w 2697"/>
                <a:gd name="T65" fmla="*/ 742 h 1832"/>
                <a:gd name="T66" fmla="*/ 1167 w 2697"/>
                <a:gd name="T67" fmla="*/ 787 h 1832"/>
                <a:gd name="T68" fmla="*/ 1453 w 2697"/>
                <a:gd name="T69" fmla="*/ 686 h 1832"/>
                <a:gd name="T70" fmla="*/ 1344 w 2697"/>
                <a:gd name="T71" fmla="*/ 631 h 1832"/>
                <a:gd name="T72" fmla="*/ 1562 w 2697"/>
                <a:gd name="T73" fmla="*/ 848 h 1832"/>
                <a:gd name="T74" fmla="*/ 1552 w 2697"/>
                <a:gd name="T75" fmla="*/ 581 h 1832"/>
                <a:gd name="T76" fmla="*/ 1560 w 2697"/>
                <a:gd name="T77" fmla="*/ 802 h 1832"/>
                <a:gd name="T78" fmla="*/ 1618 w 2697"/>
                <a:gd name="T79" fmla="*/ 676 h 1832"/>
                <a:gd name="T80" fmla="*/ 1743 w 2697"/>
                <a:gd name="T81" fmla="*/ 801 h 1832"/>
                <a:gd name="T82" fmla="*/ 1834 w 2697"/>
                <a:gd name="T83" fmla="*/ 585 h 1832"/>
                <a:gd name="T84" fmla="*/ 1101 w 2697"/>
                <a:gd name="T85" fmla="*/ 940 h 1832"/>
                <a:gd name="T86" fmla="*/ 974 w 2697"/>
                <a:gd name="T87" fmla="*/ 965 h 1832"/>
                <a:gd name="T88" fmla="*/ 1101 w 2697"/>
                <a:gd name="T89" fmla="*/ 1012 h 1832"/>
                <a:gd name="T90" fmla="*/ 1318 w 2697"/>
                <a:gd name="T91" fmla="*/ 1064 h 1832"/>
                <a:gd name="T92" fmla="*/ 1156 w 2697"/>
                <a:gd name="T93" fmla="*/ 1063 h 1832"/>
                <a:gd name="T94" fmla="*/ 1332 w 2697"/>
                <a:gd name="T95" fmla="*/ 963 h 1832"/>
                <a:gd name="T96" fmla="*/ 1453 w 2697"/>
                <a:gd name="T97" fmla="*/ 959 h 1832"/>
                <a:gd name="T98" fmla="*/ 1657 w 2697"/>
                <a:gd name="T99" fmla="*/ 1046 h 1832"/>
                <a:gd name="T100" fmla="*/ 1657 w 2697"/>
                <a:gd name="T101" fmla="*/ 1143 h 1832"/>
                <a:gd name="T102" fmla="*/ 1658 w 2697"/>
                <a:gd name="T103" fmla="*/ 1094 h 1832"/>
                <a:gd name="T104" fmla="*/ 1658 w 2697"/>
                <a:gd name="T105" fmla="*/ 1094 h 1832"/>
                <a:gd name="T106" fmla="*/ 1817 w 2697"/>
                <a:gd name="T107" fmla="*/ 1165 h 1832"/>
                <a:gd name="T108" fmla="*/ 2086 w 2697"/>
                <a:gd name="T109" fmla="*/ 1832 h 1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97" h="1832">
                  <a:moveTo>
                    <a:pt x="755" y="352"/>
                  </a:moveTo>
                  <a:cubicBezTo>
                    <a:pt x="755" y="306"/>
                    <a:pt x="725" y="287"/>
                    <a:pt x="672" y="273"/>
                  </a:cubicBezTo>
                  <a:cubicBezTo>
                    <a:pt x="626" y="261"/>
                    <a:pt x="615" y="256"/>
                    <a:pt x="615" y="238"/>
                  </a:cubicBezTo>
                  <a:cubicBezTo>
                    <a:pt x="615" y="238"/>
                    <a:pt x="615" y="238"/>
                    <a:pt x="615" y="238"/>
                  </a:cubicBezTo>
                  <a:cubicBezTo>
                    <a:pt x="615" y="225"/>
                    <a:pt x="626" y="215"/>
                    <a:pt x="649" y="215"/>
                  </a:cubicBezTo>
                  <a:cubicBezTo>
                    <a:pt x="671" y="215"/>
                    <a:pt x="694" y="224"/>
                    <a:pt x="717" y="241"/>
                  </a:cubicBezTo>
                  <a:cubicBezTo>
                    <a:pt x="747" y="197"/>
                    <a:pt x="747" y="197"/>
                    <a:pt x="747" y="197"/>
                  </a:cubicBezTo>
                  <a:cubicBezTo>
                    <a:pt x="720" y="175"/>
                    <a:pt x="688" y="163"/>
                    <a:pt x="649" y="163"/>
                  </a:cubicBezTo>
                  <a:cubicBezTo>
                    <a:pt x="595" y="163"/>
                    <a:pt x="557" y="195"/>
                    <a:pt x="557" y="243"/>
                  </a:cubicBezTo>
                  <a:cubicBezTo>
                    <a:pt x="557" y="244"/>
                    <a:pt x="557" y="244"/>
                    <a:pt x="557" y="244"/>
                  </a:cubicBezTo>
                  <a:cubicBezTo>
                    <a:pt x="557" y="296"/>
                    <a:pt x="591" y="311"/>
                    <a:pt x="644" y="324"/>
                  </a:cubicBezTo>
                  <a:cubicBezTo>
                    <a:pt x="688" y="335"/>
                    <a:pt x="698" y="343"/>
                    <a:pt x="698" y="358"/>
                  </a:cubicBezTo>
                  <a:cubicBezTo>
                    <a:pt x="698" y="358"/>
                    <a:pt x="698" y="358"/>
                    <a:pt x="698" y="358"/>
                  </a:cubicBezTo>
                  <a:cubicBezTo>
                    <a:pt x="698" y="374"/>
                    <a:pt x="683" y="383"/>
                    <a:pt x="659" y="383"/>
                  </a:cubicBezTo>
                  <a:cubicBezTo>
                    <a:pt x="629" y="383"/>
                    <a:pt x="605" y="371"/>
                    <a:pt x="581" y="351"/>
                  </a:cubicBezTo>
                  <a:cubicBezTo>
                    <a:pt x="547" y="392"/>
                    <a:pt x="547" y="392"/>
                    <a:pt x="547" y="392"/>
                  </a:cubicBezTo>
                  <a:cubicBezTo>
                    <a:pt x="578" y="421"/>
                    <a:pt x="618" y="435"/>
                    <a:pt x="658" y="435"/>
                  </a:cubicBezTo>
                  <a:cubicBezTo>
                    <a:pt x="715" y="435"/>
                    <a:pt x="755" y="405"/>
                    <a:pt x="755" y="353"/>
                  </a:cubicBezTo>
                  <a:lnTo>
                    <a:pt x="755" y="352"/>
                  </a:lnTo>
                  <a:close/>
                  <a:moveTo>
                    <a:pt x="826" y="318"/>
                  </a:moveTo>
                  <a:cubicBezTo>
                    <a:pt x="826" y="291"/>
                    <a:pt x="839" y="277"/>
                    <a:pt x="861" y="277"/>
                  </a:cubicBezTo>
                  <a:cubicBezTo>
                    <a:pt x="882" y="277"/>
                    <a:pt x="894" y="291"/>
                    <a:pt x="894" y="318"/>
                  </a:cubicBezTo>
                  <a:cubicBezTo>
                    <a:pt x="894" y="431"/>
                    <a:pt x="894" y="431"/>
                    <a:pt x="894" y="431"/>
                  </a:cubicBezTo>
                  <a:cubicBezTo>
                    <a:pt x="952" y="431"/>
                    <a:pt x="952" y="431"/>
                    <a:pt x="952" y="431"/>
                  </a:cubicBezTo>
                  <a:cubicBezTo>
                    <a:pt x="952" y="318"/>
                    <a:pt x="952" y="318"/>
                    <a:pt x="952" y="318"/>
                  </a:cubicBezTo>
                  <a:cubicBezTo>
                    <a:pt x="952" y="291"/>
                    <a:pt x="965" y="277"/>
                    <a:pt x="986" y="277"/>
                  </a:cubicBezTo>
                  <a:cubicBezTo>
                    <a:pt x="1008" y="277"/>
                    <a:pt x="1020" y="291"/>
                    <a:pt x="1020" y="318"/>
                  </a:cubicBezTo>
                  <a:cubicBezTo>
                    <a:pt x="1020" y="431"/>
                    <a:pt x="1020" y="431"/>
                    <a:pt x="1020" y="431"/>
                  </a:cubicBezTo>
                  <a:cubicBezTo>
                    <a:pt x="1077" y="431"/>
                    <a:pt x="1077" y="431"/>
                    <a:pt x="1077" y="431"/>
                  </a:cubicBezTo>
                  <a:cubicBezTo>
                    <a:pt x="1077" y="299"/>
                    <a:pt x="1077" y="299"/>
                    <a:pt x="1077" y="299"/>
                  </a:cubicBezTo>
                  <a:cubicBezTo>
                    <a:pt x="1077" y="251"/>
                    <a:pt x="1051" y="225"/>
                    <a:pt x="1009" y="225"/>
                  </a:cubicBezTo>
                  <a:cubicBezTo>
                    <a:pt x="981" y="225"/>
                    <a:pt x="960" y="236"/>
                    <a:pt x="943" y="257"/>
                  </a:cubicBezTo>
                  <a:cubicBezTo>
                    <a:pt x="932" y="237"/>
                    <a:pt x="912" y="225"/>
                    <a:pt x="886" y="225"/>
                  </a:cubicBezTo>
                  <a:cubicBezTo>
                    <a:pt x="857" y="225"/>
                    <a:pt x="839" y="241"/>
                    <a:pt x="826" y="258"/>
                  </a:cubicBezTo>
                  <a:cubicBezTo>
                    <a:pt x="826" y="229"/>
                    <a:pt x="826" y="229"/>
                    <a:pt x="826" y="229"/>
                  </a:cubicBezTo>
                  <a:cubicBezTo>
                    <a:pt x="769" y="229"/>
                    <a:pt x="769" y="229"/>
                    <a:pt x="769" y="229"/>
                  </a:cubicBezTo>
                  <a:cubicBezTo>
                    <a:pt x="769" y="431"/>
                    <a:pt x="769" y="431"/>
                    <a:pt x="769" y="431"/>
                  </a:cubicBezTo>
                  <a:cubicBezTo>
                    <a:pt x="826" y="431"/>
                    <a:pt x="826" y="431"/>
                    <a:pt x="826" y="431"/>
                  </a:cubicBezTo>
                  <a:lnTo>
                    <a:pt x="826" y="318"/>
                  </a:lnTo>
                  <a:close/>
                  <a:moveTo>
                    <a:pt x="1158" y="435"/>
                  </a:moveTo>
                  <a:cubicBezTo>
                    <a:pt x="1186" y="435"/>
                    <a:pt x="1205" y="424"/>
                    <a:pt x="1219" y="409"/>
                  </a:cubicBezTo>
                  <a:cubicBezTo>
                    <a:pt x="1219" y="431"/>
                    <a:pt x="1219" y="431"/>
                    <a:pt x="1219" y="431"/>
                  </a:cubicBezTo>
                  <a:cubicBezTo>
                    <a:pt x="1274" y="431"/>
                    <a:pt x="1274" y="431"/>
                    <a:pt x="1274" y="431"/>
                  </a:cubicBezTo>
                  <a:cubicBezTo>
                    <a:pt x="1274" y="314"/>
                    <a:pt x="1274" y="314"/>
                    <a:pt x="1274" y="314"/>
                  </a:cubicBezTo>
                  <a:cubicBezTo>
                    <a:pt x="1274" y="287"/>
                    <a:pt x="1268" y="264"/>
                    <a:pt x="1253" y="249"/>
                  </a:cubicBezTo>
                  <a:cubicBezTo>
                    <a:pt x="1238" y="235"/>
                    <a:pt x="1216" y="227"/>
                    <a:pt x="1184" y="227"/>
                  </a:cubicBezTo>
                  <a:cubicBezTo>
                    <a:pt x="1150" y="227"/>
                    <a:pt x="1128" y="233"/>
                    <a:pt x="1106" y="243"/>
                  </a:cubicBezTo>
                  <a:cubicBezTo>
                    <a:pt x="1120" y="287"/>
                    <a:pt x="1120" y="287"/>
                    <a:pt x="1120" y="287"/>
                  </a:cubicBezTo>
                  <a:cubicBezTo>
                    <a:pt x="1139" y="280"/>
                    <a:pt x="1154" y="276"/>
                    <a:pt x="1176" y="276"/>
                  </a:cubicBezTo>
                  <a:cubicBezTo>
                    <a:pt x="1205" y="276"/>
                    <a:pt x="1219" y="289"/>
                    <a:pt x="1219" y="313"/>
                  </a:cubicBezTo>
                  <a:cubicBezTo>
                    <a:pt x="1219" y="316"/>
                    <a:pt x="1219" y="316"/>
                    <a:pt x="1219" y="316"/>
                  </a:cubicBezTo>
                  <a:cubicBezTo>
                    <a:pt x="1205" y="311"/>
                    <a:pt x="1190" y="308"/>
                    <a:pt x="1170" y="308"/>
                  </a:cubicBezTo>
                  <a:cubicBezTo>
                    <a:pt x="1122" y="308"/>
                    <a:pt x="1089" y="328"/>
                    <a:pt x="1089" y="372"/>
                  </a:cubicBezTo>
                  <a:cubicBezTo>
                    <a:pt x="1089" y="373"/>
                    <a:pt x="1089" y="373"/>
                    <a:pt x="1089" y="373"/>
                  </a:cubicBezTo>
                  <a:cubicBezTo>
                    <a:pt x="1089" y="413"/>
                    <a:pt x="1120" y="435"/>
                    <a:pt x="1158" y="435"/>
                  </a:cubicBezTo>
                  <a:close/>
                  <a:moveTo>
                    <a:pt x="1144" y="370"/>
                  </a:moveTo>
                  <a:cubicBezTo>
                    <a:pt x="1144" y="352"/>
                    <a:pt x="1159" y="342"/>
                    <a:pt x="1184" y="342"/>
                  </a:cubicBezTo>
                  <a:cubicBezTo>
                    <a:pt x="1198" y="342"/>
                    <a:pt x="1210" y="345"/>
                    <a:pt x="1220" y="349"/>
                  </a:cubicBezTo>
                  <a:cubicBezTo>
                    <a:pt x="1220" y="360"/>
                    <a:pt x="1220" y="360"/>
                    <a:pt x="1220" y="360"/>
                  </a:cubicBezTo>
                  <a:cubicBezTo>
                    <a:pt x="1220" y="380"/>
                    <a:pt x="1202" y="395"/>
                    <a:pt x="1175" y="395"/>
                  </a:cubicBezTo>
                  <a:cubicBezTo>
                    <a:pt x="1157" y="395"/>
                    <a:pt x="1144" y="386"/>
                    <a:pt x="1144" y="371"/>
                  </a:cubicBezTo>
                  <a:lnTo>
                    <a:pt x="1144" y="370"/>
                  </a:lnTo>
                  <a:close/>
                  <a:moveTo>
                    <a:pt x="1348" y="356"/>
                  </a:moveTo>
                  <a:cubicBezTo>
                    <a:pt x="1348" y="308"/>
                    <a:pt x="1371" y="285"/>
                    <a:pt x="1409" y="285"/>
                  </a:cubicBezTo>
                  <a:cubicBezTo>
                    <a:pt x="1412" y="285"/>
                    <a:pt x="1412" y="285"/>
                    <a:pt x="1412" y="285"/>
                  </a:cubicBezTo>
                  <a:cubicBezTo>
                    <a:pt x="1412" y="225"/>
                    <a:pt x="1412" y="225"/>
                    <a:pt x="1412" y="225"/>
                  </a:cubicBezTo>
                  <a:cubicBezTo>
                    <a:pt x="1378" y="224"/>
                    <a:pt x="1360" y="242"/>
                    <a:pt x="1348" y="270"/>
                  </a:cubicBezTo>
                  <a:cubicBezTo>
                    <a:pt x="1348" y="229"/>
                    <a:pt x="1348" y="229"/>
                    <a:pt x="1348" y="229"/>
                  </a:cubicBezTo>
                  <a:cubicBezTo>
                    <a:pt x="1291" y="229"/>
                    <a:pt x="1291" y="229"/>
                    <a:pt x="1291" y="229"/>
                  </a:cubicBezTo>
                  <a:cubicBezTo>
                    <a:pt x="1291" y="431"/>
                    <a:pt x="1291" y="431"/>
                    <a:pt x="1291" y="431"/>
                  </a:cubicBezTo>
                  <a:cubicBezTo>
                    <a:pt x="1348" y="431"/>
                    <a:pt x="1348" y="431"/>
                    <a:pt x="1348" y="431"/>
                  </a:cubicBezTo>
                  <a:lnTo>
                    <a:pt x="1348" y="356"/>
                  </a:lnTo>
                  <a:close/>
                  <a:moveTo>
                    <a:pt x="1448" y="374"/>
                  </a:moveTo>
                  <a:cubicBezTo>
                    <a:pt x="1448" y="420"/>
                    <a:pt x="1472" y="434"/>
                    <a:pt x="1507" y="434"/>
                  </a:cubicBezTo>
                  <a:cubicBezTo>
                    <a:pt x="1526" y="434"/>
                    <a:pt x="1540" y="430"/>
                    <a:pt x="1552" y="422"/>
                  </a:cubicBezTo>
                  <a:cubicBezTo>
                    <a:pt x="1552" y="377"/>
                    <a:pt x="1552" y="377"/>
                    <a:pt x="1552" y="377"/>
                  </a:cubicBezTo>
                  <a:cubicBezTo>
                    <a:pt x="1543" y="381"/>
                    <a:pt x="1534" y="384"/>
                    <a:pt x="1524" y="384"/>
                  </a:cubicBezTo>
                  <a:cubicBezTo>
                    <a:pt x="1511" y="384"/>
                    <a:pt x="1505" y="377"/>
                    <a:pt x="1505" y="364"/>
                  </a:cubicBezTo>
                  <a:cubicBezTo>
                    <a:pt x="1505" y="278"/>
                    <a:pt x="1505" y="278"/>
                    <a:pt x="1505" y="278"/>
                  </a:cubicBezTo>
                  <a:cubicBezTo>
                    <a:pt x="1553" y="278"/>
                    <a:pt x="1553" y="278"/>
                    <a:pt x="1553" y="278"/>
                  </a:cubicBezTo>
                  <a:cubicBezTo>
                    <a:pt x="1553" y="229"/>
                    <a:pt x="1553" y="229"/>
                    <a:pt x="1553" y="229"/>
                  </a:cubicBezTo>
                  <a:cubicBezTo>
                    <a:pt x="1505" y="229"/>
                    <a:pt x="1505" y="229"/>
                    <a:pt x="1505" y="229"/>
                  </a:cubicBezTo>
                  <a:cubicBezTo>
                    <a:pt x="1505" y="177"/>
                    <a:pt x="1505" y="177"/>
                    <a:pt x="1505" y="177"/>
                  </a:cubicBezTo>
                  <a:cubicBezTo>
                    <a:pt x="1448" y="177"/>
                    <a:pt x="1448" y="177"/>
                    <a:pt x="1448" y="177"/>
                  </a:cubicBezTo>
                  <a:cubicBezTo>
                    <a:pt x="1448" y="229"/>
                    <a:pt x="1448" y="229"/>
                    <a:pt x="1448" y="229"/>
                  </a:cubicBezTo>
                  <a:cubicBezTo>
                    <a:pt x="1424" y="229"/>
                    <a:pt x="1424" y="229"/>
                    <a:pt x="1424" y="229"/>
                  </a:cubicBezTo>
                  <a:cubicBezTo>
                    <a:pt x="1424" y="278"/>
                    <a:pt x="1424" y="278"/>
                    <a:pt x="1424" y="278"/>
                  </a:cubicBezTo>
                  <a:cubicBezTo>
                    <a:pt x="1448" y="278"/>
                    <a:pt x="1448" y="278"/>
                    <a:pt x="1448" y="278"/>
                  </a:cubicBezTo>
                  <a:lnTo>
                    <a:pt x="1448" y="374"/>
                  </a:lnTo>
                  <a:close/>
                  <a:moveTo>
                    <a:pt x="1666" y="435"/>
                  </a:moveTo>
                  <a:cubicBezTo>
                    <a:pt x="1702" y="435"/>
                    <a:pt x="1729" y="421"/>
                    <a:pt x="1748" y="398"/>
                  </a:cubicBezTo>
                  <a:cubicBezTo>
                    <a:pt x="1715" y="369"/>
                    <a:pt x="1715" y="369"/>
                    <a:pt x="1715" y="369"/>
                  </a:cubicBezTo>
                  <a:cubicBezTo>
                    <a:pt x="1700" y="383"/>
                    <a:pt x="1686" y="389"/>
                    <a:pt x="1666" y="389"/>
                  </a:cubicBezTo>
                  <a:cubicBezTo>
                    <a:pt x="1641" y="389"/>
                    <a:pt x="1623" y="376"/>
                    <a:pt x="1617" y="350"/>
                  </a:cubicBezTo>
                  <a:cubicBezTo>
                    <a:pt x="1758" y="350"/>
                    <a:pt x="1758" y="350"/>
                    <a:pt x="1758" y="350"/>
                  </a:cubicBezTo>
                  <a:cubicBezTo>
                    <a:pt x="1758" y="345"/>
                    <a:pt x="1758" y="339"/>
                    <a:pt x="1758" y="335"/>
                  </a:cubicBezTo>
                  <a:cubicBezTo>
                    <a:pt x="1758" y="277"/>
                    <a:pt x="1727" y="225"/>
                    <a:pt x="1660" y="225"/>
                  </a:cubicBezTo>
                  <a:cubicBezTo>
                    <a:pt x="1601" y="225"/>
                    <a:pt x="1560" y="273"/>
                    <a:pt x="1560" y="330"/>
                  </a:cubicBezTo>
                  <a:cubicBezTo>
                    <a:pt x="1560" y="331"/>
                    <a:pt x="1560" y="331"/>
                    <a:pt x="1560" y="331"/>
                  </a:cubicBezTo>
                  <a:cubicBezTo>
                    <a:pt x="1560" y="393"/>
                    <a:pt x="1605" y="435"/>
                    <a:pt x="1666" y="435"/>
                  </a:cubicBezTo>
                  <a:close/>
                  <a:moveTo>
                    <a:pt x="1660" y="271"/>
                  </a:moveTo>
                  <a:cubicBezTo>
                    <a:pt x="1684" y="271"/>
                    <a:pt x="1699" y="288"/>
                    <a:pt x="1703" y="314"/>
                  </a:cubicBezTo>
                  <a:cubicBezTo>
                    <a:pt x="1616" y="314"/>
                    <a:pt x="1616" y="314"/>
                    <a:pt x="1616" y="314"/>
                  </a:cubicBezTo>
                  <a:cubicBezTo>
                    <a:pt x="1621" y="288"/>
                    <a:pt x="1636" y="271"/>
                    <a:pt x="1660" y="271"/>
                  </a:cubicBezTo>
                  <a:close/>
                  <a:moveTo>
                    <a:pt x="1828" y="356"/>
                  </a:moveTo>
                  <a:cubicBezTo>
                    <a:pt x="1828" y="308"/>
                    <a:pt x="1851" y="285"/>
                    <a:pt x="1889" y="285"/>
                  </a:cubicBezTo>
                  <a:cubicBezTo>
                    <a:pt x="1892" y="285"/>
                    <a:pt x="1892" y="285"/>
                    <a:pt x="1892" y="285"/>
                  </a:cubicBezTo>
                  <a:cubicBezTo>
                    <a:pt x="1892" y="225"/>
                    <a:pt x="1892" y="225"/>
                    <a:pt x="1892" y="225"/>
                  </a:cubicBezTo>
                  <a:cubicBezTo>
                    <a:pt x="1858" y="224"/>
                    <a:pt x="1839" y="242"/>
                    <a:pt x="1828" y="270"/>
                  </a:cubicBezTo>
                  <a:cubicBezTo>
                    <a:pt x="1828" y="229"/>
                    <a:pt x="1828" y="229"/>
                    <a:pt x="1828" y="229"/>
                  </a:cubicBezTo>
                  <a:cubicBezTo>
                    <a:pt x="1770" y="229"/>
                    <a:pt x="1770" y="229"/>
                    <a:pt x="1770" y="229"/>
                  </a:cubicBezTo>
                  <a:cubicBezTo>
                    <a:pt x="1770" y="431"/>
                    <a:pt x="1770" y="431"/>
                    <a:pt x="1770" y="431"/>
                  </a:cubicBezTo>
                  <a:cubicBezTo>
                    <a:pt x="1828" y="431"/>
                    <a:pt x="1828" y="431"/>
                    <a:pt x="1828" y="431"/>
                  </a:cubicBezTo>
                  <a:lnTo>
                    <a:pt x="1828" y="356"/>
                  </a:lnTo>
                  <a:close/>
                  <a:moveTo>
                    <a:pt x="81" y="533"/>
                  </a:moveTo>
                  <a:cubicBezTo>
                    <a:pt x="24" y="533"/>
                    <a:pt x="24" y="533"/>
                    <a:pt x="24" y="533"/>
                  </a:cubicBezTo>
                  <a:cubicBezTo>
                    <a:pt x="24" y="585"/>
                    <a:pt x="24" y="585"/>
                    <a:pt x="24" y="585"/>
                  </a:cubicBezTo>
                  <a:cubicBezTo>
                    <a:pt x="0" y="585"/>
                    <a:pt x="0" y="585"/>
                    <a:pt x="0" y="585"/>
                  </a:cubicBezTo>
                  <a:cubicBezTo>
                    <a:pt x="0" y="634"/>
                    <a:pt x="0" y="634"/>
                    <a:pt x="0" y="634"/>
                  </a:cubicBezTo>
                  <a:cubicBezTo>
                    <a:pt x="24" y="634"/>
                    <a:pt x="24" y="634"/>
                    <a:pt x="24" y="634"/>
                  </a:cubicBezTo>
                  <a:cubicBezTo>
                    <a:pt x="24" y="730"/>
                    <a:pt x="24" y="730"/>
                    <a:pt x="24" y="730"/>
                  </a:cubicBezTo>
                  <a:cubicBezTo>
                    <a:pt x="24" y="776"/>
                    <a:pt x="48" y="790"/>
                    <a:pt x="83" y="790"/>
                  </a:cubicBezTo>
                  <a:cubicBezTo>
                    <a:pt x="102" y="790"/>
                    <a:pt x="116" y="786"/>
                    <a:pt x="128" y="779"/>
                  </a:cubicBezTo>
                  <a:cubicBezTo>
                    <a:pt x="128" y="733"/>
                    <a:pt x="128" y="733"/>
                    <a:pt x="128" y="733"/>
                  </a:cubicBezTo>
                  <a:cubicBezTo>
                    <a:pt x="120" y="737"/>
                    <a:pt x="110" y="740"/>
                    <a:pt x="100" y="740"/>
                  </a:cubicBezTo>
                  <a:cubicBezTo>
                    <a:pt x="87" y="740"/>
                    <a:pt x="81" y="733"/>
                    <a:pt x="81" y="720"/>
                  </a:cubicBezTo>
                  <a:cubicBezTo>
                    <a:pt x="81" y="634"/>
                    <a:pt x="81" y="634"/>
                    <a:pt x="81" y="634"/>
                  </a:cubicBezTo>
                  <a:cubicBezTo>
                    <a:pt x="129" y="634"/>
                    <a:pt x="129" y="634"/>
                    <a:pt x="129" y="634"/>
                  </a:cubicBezTo>
                  <a:cubicBezTo>
                    <a:pt x="129" y="585"/>
                    <a:pt x="129" y="585"/>
                    <a:pt x="129" y="585"/>
                  </a:cubicBezTo>
                  <a:cubicBezTo>
                    <a:pt x="81" y="585"/>
                    <a:pt x="81" y="585"/>
                    <a:pt x="81" y="585"/>
                  </a:cubicBezTo>
                  <a:lnTo>
                    <a:pt x="81" y="533"/>
                  </a:lnTo>
                  <a:close/>
                  <a:moveTo>
                    <a:pt x="237" y="581"/>
                  </a:moveTo>
                  <a:cubicBezTo>
                    <a:pt x="178" y="581"/>
                    <a:pt x="137" y="629"/>
                    <a:pt x="137" y="686"/>
                  </a:cubicBezTo>
                  <a:cubicBezTo>
                    <a:pt x="137" y="687"/>
                    <a:pt x="137" y="687"/>
                    <a:pt x="137" y="687"/>
                  </a:cubicBezTo>
                  <a:cubicBezTo>
                    <a:pt x="137" y="749"/>
                    <a:pt x="182" y="791"/>
                    <a:pt x="243" y="791"/>
                  </a:cubicBezTo>
                  <a:cubicBezTo>
                    <a:pt x="279" y="791"/>
                    <a:pt x="306" y="777"/>
                    <a:pt x="325" y="754"/>
                  </a:cubicBezTo>
                  <a:cubicBezTo>
                    <a:pt x="292" y="725"/>
                    <a:pt x="292" y="725"/>
                    <a:pt x="292" y="725"/>
                  </a:cubicBezTo>
                  <a:cubicBezTo>
                    <a:pt x="277" y="739"/>
                    <a:pt x="263" y="745"/>
                    <a:pt x="243" y="745"/>
                  </a:cubicBezTo>
                  <a:cubicBezTo>
                    <a:pt x="218" y="745"/>
                    <a:pt x="200" y="732"/>
                    <a:pt x="194" y="706"/>
                  </a:cubicBezTo>
                  <a:cubicBezTo>
                    <a:pt x="335" y="706"/>
                    <a:pt x="335" y="706"/>
                    <a:pt x="335" y="706"/>
                  </a:cubicBezTo>
                  <a:cubicBezTo>
                    <a:pt x="335" y="701"/>
                    <a:pt x="335" y="695"/>
                    <a:pt x="335" y="691"/>
                  </a:cubicBezTo>
                  <a:cubicBezTo>
                    <a:pt x="335" y="634"/>
                    <a:pt x="304" y="581"/>
                    <a:pt x="237" y="581"/>
                  </a:cubicBezTo>
                  <a:close/>
                  <a:moveTo>
                    <a:pt x="193" y="670"/>
                  </a:moveTo>
                  <a:cubicBezTo>
                    <a:pt x="198" y="644"/>
                    <a:pt x="213" y="627"/>
                    <a:pt x="237" y="627"/>
                  </a:cubicBezTo>
                  <a:cubicBezTo>
                    <a:pt x="261" y="627"/>
                    <a:pt x="276" y="644"/>
                    <a:pt x="280" y="670"/>
                  </a:cubicBezTo>
                  <a:lnTo>
                    <a:pt x="193" y="670"/>
                  </a:lnTo>
                  <a:close/>
                  <a:moveTo>
                    <a:pt x="452" y="742"/>
                  </a:moveTo>
                  <a:cubicBezTo>
                    <a:pt x="421" y="742"/>
                    <a:pt x="401" y="717"/>
                    <a:pt x="401" y="686"/>
                  </a:cubicBezTo>
                  <a:cubicBezTo>
                    <a:pt x="401" y="686"/>
                    <a:pt x="401" y="686"/>
                    <a:pt x="401" y="686"/>
                  </a:cubicBezTo>
                  <a:cubicBezTo>
                    <a:pt x="401" y="656"/>
                    <a:pt x="421" y="631"/>
                    <a:pt x="450" y="631"/>
                  </a:cubicBezTo>
                  <a:cubicBezTo>
                    <a:pt x="470" y="631"/>
                    <a:pt x="483" y="639"/>
                    <a:pt x="496" y="653"/>
                  </a:cubicBezTo>
                  <a:cubicBezTo>
                    <a:pt x="531" y="615"/>
                    <a:pt x="531" y="615"/>
                    <a:pt x="531" y="615"/>
                  </a:cubicBezTo>
                  <a:cubicBezTo>
                    <a:pt x="512" y="594"/>
                    <a:pt x="488" y="581"/>
                    <a:pt x="450" y="581"/>
                  </a:cubicBezTo>
                  <a:cubicBezTo>
                    <a:pt x="388" y="581"/>
                    <a:pt x="344" y="629"/>
                    <a:pt x="344" y="686"/>
                  </a:cubicBezTo>
                  <a:cubicBezTo>
                    <a:pt x="344" y="687"/>
                    <a:pt x="344" y="687"/>
                    <a:pt x="344" y="687"/>
                  </a:cubicBezTo>
                  <a:cubicBezTo>
                    <a:pt x="344" y="745"/>
                    <a:pt x="389" y="791"/>
                    <a:pt x="449" y="791"/>
                  </a:cubicBezTo>
                  <a:cubicBezTo>
                    <a:pt x="490" y="791"/>
                    <a:pt x="512" y="776"/>
                    <a:pt x="532" y="754"/>
                  </a:cubicBezTo>
                  <a:cubicBezTo>
                    <a:pt x="498" y="721"/>
                    <a:pt x="498" y="721"/>
                    <a:pt x="498" y="721"/>
                  </a:cubicBezTo>
                  <a:cubicBezTo>
                    <a:pt x="485" y="734"/>
                    <a:pt x="471" y="742"/>
                    <a:pt x="452" y="742"/>
                  </a:cubicBezTo>
                  <a:close/>
                  <a:moveTo>
                    <a:pt x="657" y="581"/>
                  </a:moveTo>
                  <a:cubicBezTo>
                    <a:pt x="628" y="581"/>
                    <a:pt x="611" y="597"/>
                    <a:pt x="598" y="614"/>
                  </a:cubicBezTo>
                  <a:cubicBezTo>
                    <a:pt x="598" y="512"/>
                    <a:pt x="598" y="512"/>
                    <a:pt x="598" y="512"/>
                  </a:cubicBezTo>
                  <a:cubicBezTo>
                    <a:pt x="541" y="512"/>
                    <a:pt x="541" y="512"/>
                    <a:pt x="541" y="512"/>
                  </a:cubicBezTo>
                  <a:cubicBezTo>
                    <a:pt x="541" y="787"/>
                    <a:pt x="541" y="787"/>
                    <a:pt x="541" y="787"/>
                  </a:cubicBezTo>
                  <a:cubicBezTo>
                    <a:pt x="598" y="787"/>
                    <a:pt x="598" y="787"/>
                    <a:pt x="598" y="787"/>
                  </a:cubicBezTo>
                  <a:cubicBezTo>
                    <a:pt x="598" y="674"/>
                    <a:pt x="598" y="674"/>
                    <a:pt x="598" y="674"/>
                  </a:cubicBezTo>
                  <a:cubicBezTo>
                    <a:pt x="598" y="647"/>
                    <a:pt x="612" y="633"/>
                    <a:pt x="634" y="633"/>
                  </a:cubicBezTo>
                  <a:cubicBezTo>
                    <a:pt x="656" y="633"/>
                    <a:pt x="669" y="647"/>
                    <a:pt x="669" y="674"/>
                  </a:cubicBezTo>
                  <a:cubicBezTo>
                    <a:pt x="669" y="787"/>
                    <a:pt x="669" y="787"/>
                    <a:pt x="669" y="787"/>
                  </a:cubicBezTo>
                  <a:cubicBezTo>
                    <a:pt x="726" y="787"/>
                    <a:pt x="726" y="787"/>
                    <a:pt x="726" y="787"/>
                  </a:cubicBezTo>
                  <a:cubicBezTo>
                    <a:pt x="726" y="656"/>
                    <a:pt x="726" y="656"/>
                    <a:pt x="726" y="656"/>
                  </a:cubicBezTo>
                  <a:cubicBezTo>
                    <a:pt x="726" y="610"/>
                    <a:pt x="701" y="581"/>
                    <a:pt x="657" y="581"/>
                  </a:cubicBezTo>
                  <a:close/>
                  <a:moveTo>
                    <a:pt x="857" y="581"/>
                  </a:moveTo>
                  <a:cubicBezTo>
                    <a:pt x="828" y="581"/>
                    <a:pt x="811" y="597"/>
                    <a:pt x="798" y="614"/>
                  </a:cubicBezTo>
                  <a:cubicBezTo>
                    <a:pt x="798" y="585"/>
                    <a:pt x="798" y="585"/>
                    <a:pt x="798" y="585"/>
                  </a:cubicBezTo>
                  <a:cubicBezTo>
                    <a:pt x="740" y="585"/>
                    <a:pt x="740" y="585"/>
                    <a:pt x="740" y="585"/>
                  </a:cubicBezTo>
                  <a:cubicBezTo>
                    <a:pt x="740" y="787"/>
                    <a:pt x="740" y="787"/>
                    <a:pt x="740" y="787"/>
                  </a:cubicBezTo>
                  <a:cubicBezTo>
                    <a:pt x="798" y="787"/>
                    <a:pt x="798" y="787"/>
                    <a:pt x="798" y="787"/>
                  </a:cubicBezTo>
                  <a:cubicBezTo>
                    <a:pt x="798" y="674"/>
                    <a:pt x="798" y="674"/>
                    <a:pt x="798" y="674"/>
                  </a:cubicBezTo>
                  <a:cubicBezTo>
                    <a:pt x="798" y="647"/>
                    <a:pt x="812" y="633"/>
                    <a:pt x="833" y="633"/>
                  </a:cubicBezTo>
                  <a:cubicBezTo>
                    <a:pt x="855" y="633"/>
                    <a:pt x="868" y="647"/>
                    <a:pt x="868" y="674"/>
                  </a:cubicBezTo>
                  <a:cubicBezTo>
                    <a:pt x="868" y="787"/>
                    <a:pt x="868" y="787"/>
                    <a:pt x="868" y="787"/>
                  </a:cubicBezTo>
                  <a:cubicBezTo>
                    <a:pt x="925" y="787"/>
                    <a:pt x="925" y="787"/>
                    <a:pt x="925" y="787"/>
                  </a:cubicBezTo>
                  <a:cubicBezTo>
                    <a:pt x="925" y="656"/>
                    <a:pt x="925" y="656"/>
                    <a:pt x="925" y="656"/>
                  </a:cubicBezTo>
                  <a:cubicBezTo>
                    <a:pt x="925" y="610"/>
                    <a:pt x="900" y="581"/>
                    <a:pt x="857" y="581"/>
                  </a:cubicBezTo>
                  <a:close/>
                  <a:moveTo>
                    <a:pt x="1155" y="686"/>
                  </a:moveTo>
                  <a:cubicBezTo>
                    <a:pt x="1155" y="686"/>
                    <a:pt x="1155" y="686"/>
                    <a:pt x="1155" y="686"/>
                  </a:cubicBezTo>
                  <a:cubicBezTo>
                    <a:pt x="1155" y="628"/>
                    <a:pt x="1109" y="581"/>
                    <a:pt x="1047" y="581"/>
                  </a:cubicBezTo>
                  <a:cubicBezTo>
                    <a:pt x="984" y="581"/>
                    <a:pt x="937" y="628"/>
                    <a:pt x="937" y="686"/>
                  </a:cubicBezTo>
                  <a:cubicBezTo>
                    <a:pt x="937" y="687"/>
                    <a:pt x="937" y="687"/>
                    <a:pt x="937" y="687"/>
                  </a:cubicBezTo>
                  <a:cubicBezTo>
                    <a:pt x="937" y="745"/>
                    <a:pt x="983" y="791"/>
                    <a:pt x="1046" y="791"/>
                  </a:cubicBezTo>
                  <a:cubicBezTo>
                    <a:pt x="1109" y="791"/>
                    <a:pt x="1155" y="744"/>
                    <a:pt x="1155" y="686"/>
                  </a:cubicBezTo>
                  <a:close/>
                  <a:moveTo>
                    <a:pt x="993" y="686"/>
                  </a:moveTo>
                  <a:cubicBezTo>
                    <a:pt x="993" y="686"/>
                    <a:pt x="993" y="686"/>
                    <a:pt x="993" y="686"/>
                  </a:cubicBezTo>
                  <a:cubicBezTo>
                    <a:pt x="993" y="656"/>
                    <a:pt x="1013" y="631"/>
                    <a:pt x="1046" y="631"/>
                  </a:cubicBezTo>
                  <a:cubicBezTo>
                    <a:pt x="1077" y="631"/>
                    <a:pt x="1099" y="657"/>
                    <a:pt x="1099" y="686"/>
                  </a:cubicBezTo>
                  <a:cubicBezTo>
                    <a:pt x="1099" y="687"/>
                    <a:pt x="1099" y="687"/>
                    <a:pt x="1099" y="687"/>
                  </a:cubicBezTo>
                  <a:cubicBezTo>
                    <a:pt x="1099" y="717"/>
                    <a:pt x="1079" y="742"/>
                    <a:pt x="1047" y="742"/>
                  </a:cubicBezTo>
                  <a:cubicBezTo>
                    <a:pt x="1015" y="742"/>
                    <a:pt x="993" y="716"/>
                    <a:pt x="993" y="686"/>
                  </a:cubicBezTo>
                  <a:close/>
                  <a:moveTo>
                    <a:pt x="1167" y="787"/>
                  </a:moveTo>
                  <a:cubicBezTo>
                    <a:pt x="1224" y="787"/>
                    <a:pt x="1224" y="787"/>
                    <a:pt x="1224" y="787"/>
                  </a:cubicBezTo>
                  <a:cubicBezTo>
                    <a:pt x="1224" y="512"/>
                    <a:pt x="1224" y="512"/>
                    <a:pt x="1224" y="512"/>
                  </a:cubicBezTo>
                  <a:cubicBezTo>
                    <a:pt x="1167" y="512"/>
                    <a:pt x="1167" y="512"/>
                    <a:pt x="1167" y="512"/>
                  </a:cubicBezTo>
                  <a:lnTo>
                    <a:pt x="1167" y="787"/>
                  </a:lnTo>
                  <a:close/>
                  <a:moveTo>
                    <a:pt x="1345" y="581"/>
                  </a:moveTo>
                  <a:cubicBezTo>
                    <a:pt x="1282" y="581"/>
                    <a:pt x="1235" y="628"/>
                    <a:pt x="1235" y="686"/>
                  </a:cubicBezTo>
                  <a:cubicBezTo>
                    <a:pt x="1235" y="687"/>
                    <a:pt x="1235" y="687"/>
                    <a:pt x="1235" y="687"/>
                  </a:cubicBezTo>
                  <a:cubicBezTo>
                    <a:pt x="1235" y="745"/>
                    <a:pt x="1281" y="791"/>
                    <a:pt x="1344" y="791"/>
                  </a:cubicBezTo>
                  <a:cubicBezTo>
                    <a:pt x="1407" y="791"/>
                    <a:pt x="1453" y="744"/>
                    <a:pt x="1453" y="686"/>
                  </a:cubicBezTo>
                  <a:cubicBezTo>
                    <a:pt x="1453" y="686"/>
                    <a:pt x="1453" y="686"/>
                    <a:pt x="1453" y="686"/>
                  </a:cubicBezTo>
                  <a:cubicBezTo>
                    <a:pt x="1453" y="628"/>
                    <a:pt x="1407" y="581"/>
                    <a:pt x="1345" y="581"/>
                  </a:cubicBezTo>
                  <a:close/>
                  <a:moveTo>
                    <a:pt x="1397" y="687"/>
                  </a:moveTo>
                  <a:cubicBezTo>
                    <a:pt x="1397" y="717"/>
                    <a:pt x="1377" y="742"/>
                    <a:pt x="1345" y="742"/>
                  </a:cubicBezTo>
                  <a:cubicBezTo>
                    <a:pt x="1313" y="742"/>
                    <a:pt x="1292" y="716"/>
                    <a:pt x="1292" y="686"/>
                  </a:cubicBezTo>
                  <a:cubicBezTo>
                    <a:pt x="1292" y="686"/>
                    <a:pt x="1292" y="686"/>
                    <a:pt x="1292" y="686"/>
                  </a:cubicBezTo>
                  <a:cubicBezTo>
                    <a:pt x="1292" y="656"/>
                    <a:pt x="1311" y="631"/>
                    <a:pt x="1344" y="631"/>
                  </a:cubicBezTo>
                  <a:cubicBezTo>
                    <a:pt x="1375" y="631"/>
                    <a:pt x="1397" y="657"/>
                    <a:pt x="1397" y="686"/>
                  </a:cubicBezTo>
                  <a:lnTo>
                    <a:pt x="1397" y="687"/>
                  </a:lnTo>
                  <a:close/>
                  <a:moveTo>
                    <a:pt x="1560" y="802"/>
                  </a:moveTo>
                  <a:cubicBezTo>
                    <a:pt x="1533" y="802"/>
                    <a:pt x="1513" y="795"/>
                    <a:pt x="1492" y="784"/>
                  </a:cubicBezTo>
                  <a:cubicBezTo>
                    <a:pt x="1472" y="827"/>
                    <a:pt x="1472" y="827"/>
                    <a:pt x="1472" y="827"/>
                  </a:cubicBezTo>
                  <a:cubicBezTo>
                    <a:pt x="1498" y="840"/>
                    <a:pt x="1529" y="848"/>
                    <a:pt x="1562" y="848"/>
                  </a:cubicBezTo>
                  <a:cubicBezTo>
                    <a:pt x="1601" y="848"/>
                    <a:pt x="1630" y="840"/>
                    <a:pt x="1649" y="821"/>
                  </a:cubicBezTo>
                  <a:cubicBezTo>
                    <a:pt x="1666" y="804"/>
                    <a:pt x="1674" y="777"/>
                    <a:pt x="1674" y="741"/>
                  </a:cubicBezTo>
                  <a:cubicBezTo>
                    <a:pt x="1674" y="585"/>
                    <a:pt x="1674" y="585"/>
                    <a:pt x="1674" y="585"/>
                  </a:cubicBezTo>
                  <a:cubicBezTo>
                    <a:pt x="1617" y="585"/>
                    <a:pt x="1617" y="585"/>
                    <a:pt x="1617" y="585"/>
                  </a:cubicBezTo>
                  <a:cubicBezTo>
                    <a:pt x="1617" y="611"/>
                    <a:pt x="1617" y="611"/>
                    <a:pt x="1617" y="611"/>
                  </a:cubicBezTo>
                  <a:cubicBezTo>
                    <a:pt x="1602" y="594"/>
                    <a:pt x="1583" y="581"/>
                    <a:pt x="1552" y="581"/>
                  </a:cubicBezTo>
                  <a:cubicBezTo>
                    <a:pt x="1505" y="581"/>
                    <a:pt x="1462" y="615"/>
                    <a:pt x="1462" y="675"/>
                  </a:cubicBezTo>
                  <a:cubicBezTo>
                    <a:pt x="1462" y="676"/>
                    <a:pt x="1462" y="676"/>
                    <a:pt x="1462" y="676"/>
                  </a:cubicBezTo>
                  <a:cubicBezTo>
                    <a:pt x="1462" y="736"/>
                    <a:pt x="1505" y="770"/>
                    <a:pt x="1552" y="770"/>
                  </a:cubicBezTo>
                  <a:cubicBezTo>
                    <a:pt x="1582" y="770"/>
                    <a:pt x="1601" y="758"/>
                    <a:pt x="1618" y="737"/>
                  </a:cubicBezTo>
                  <a:cubicBezTo>
                    <a:pt x="1618" y="747"/>
                    <a:pt x="1618" y="747"/>
                    <a:pt x="1618" y="747"/>
                  </a:cubicBezTo>
                  <a:cubicBezTo>
                    <a:pt x="1618" y="783"/>
                    <a:pt x="1599" y="802"/>
                    <a:pt x="1560" y="802"/>
                  </a:cubicBezTo>
                  <a:close/>
                  <a:moveTo>
                    <a:pt x="1568" y="723"/>
                  </a:moveTo>
                  <a:cubicBezTo>
                    <a:pt x="1541" y="723"/>
                    <a:pt x="1519" y="704"/>
                    <a:pt x="1519" y="676"/>
                  </a:cubicBezTo>
                  <a:cubicBezTo>
                    <a:pt x="1519" y="675"/>
                    <a:pt x="1519" y="675"/>
                    <a:pt x="1519" y="675"/>
                  </a:cubicBezTo>
                  <a:cubicBezTo>
                    <a:pt x="1519" y="648"/>
                    <a:pt x="1541" y="629"/>
                    <a:pt x="1568" y="629"/>
                  </a:cubicBezTo>
                  <a:cubicBezTo>
                    <a:pt x="1596" y="629"/>
                    <a:pt x="1618" y="648"/>
                    <a:pt x="1618" y="675"/>
                  </a:cubicBezTo>
                  <a:cubicBezTo>
                    <a:pt x="1618" y="676"/>
                    <a:pt x="1618" y="676"/>
                    <a:pt x="1618" y="676"/>
                  </a:cubicBezTo>
                  <a:cubicBezTo>
                    <a:pt x="1618" y="704"/>
                    <a:pt x="1596" y="723"/>
                    <a:pt x="1568" y="723"/>
                  </a:cubicBezTo>
                  <a:close/>
                  <a:moveTo>
                    <a:pt x="1790" y="722"/>
                  </a:moveTo>
                  <a:cubicBezTo>
                    <a:pt x="1744" y="585"/>
                    <a:pt x="1744" y="585"/>
                    <a:pt x="1744" y="585"/>
                  </a:cubicBezTo>
                  <a:cubicBezTo>
                    <a:pt x="1684" y="585"/>
                    <a:pt x="1684" y="585"/>
                    <a:pt x="1684" y="585"/>
                  </a:cubicBezTo>
                  <a:cubicBezTo>
                    <a:pt x="1763" y="788"/>
                    <a:pt x="1763" y="788"/>
                    <a:pt x="1763" y="788"/>
                  </a:cubicBezTo>
                  <a:cubicBezTo>
                    <a:pt x="1758" y="798"/>
                    <a:pt x="1753" y="801"/>
                    <a:pt x="1743" y="801"/>
                  </a:cubicBezTo>
                  <a:cubicBezTo>
                    <a:pt x="1735" y="801"/>
                    <a:pt x="1726" y="797"/>
                    <a:pt x="1718" y="793"/>
                  </a:cubicBezTo>
                  <a:cubicBezTo>
                    <a:pt x="1699" y="834"/>
                    <a:pt x="1699" y="834"/>
                    <a:pt x="1699" y="834"/>
                  </a:cubicBezTo>
                  <a:cubicBezTo>
                    <a:pt x="1714" y="843"/>
                    <a:pt x="1729" y="848"/>
                    <a:pt x="1750" y="848"/>
                  </a:cubicBezTo>
                  <a:cubicBezTo>
                    <a:pt x="1784" y="848"/>
                    <a:pt x="1801" y="833"/>
                    <a:pt x="1816" y="792"/>
                  </a:cubicBezTo>
                  <a:cubicBezTo>
                    <a:pt x="1894" y="585"/>
                    <a:pt x="1894" y="585"/>
                    <a:pt x="1894" y="585"/>
                  </a:cubicBezTo>
                  <a:cubicBezTo>
                    <a:pt x="1834" y="585"/>
                    <a:pt x="1834" y="585"/>
                    <a:pt x="1834" y="585"/>
                  </a:cubicBezTo>
                  <a:lnTo>
                    <a:pt x="1790" y="722"/>
                  </a:lnTo>
                  <a:close/>
                  <a:moveTo>
                    <a:pt x="1101" y="965"/>
                  </a:moveTo>
                  <a:cubicBezTo>
                    <a:pt x="1054" y="965"/>
                    <a:pt x="1054" y="965"/>
                    <a:pt x="1054" y="965"/>
                  </a:cubicBezTo>
                  <a:cubicBezTo>
                    <a:pt x="1054" y="957"/>
                    <a:pt x="1054" y="957"/>
                    <a:pt x="1054" y="957"/>
                  </a:cubicBezTo>
                  <a:cubicBezTo>
                    <a:pt x="1054" y="942"/>
                    <a:pt x="1062" y="935"/>
                    <a:pt x="1075" y="935"/>
                  </a:cubicBezTo>
                  <a:cubicBezTo>
                    <a:pt x="1085" y="935"/>
                    <a:pt x="1093" y="937"/>
                    <a:pt x="1101" y="940"/>
                  </a:cubicBezTo>
                  <a:cubicBezTo>
                    <a:pt x="1101" y="893"/>
                    <a:pt x="1101" y="893"/>
                    <a:pt x="1101" y="893"/>
                  </a:cubicBezTo>
                  <a:cubicBezTo>
                    <a:pt x="1091" y="889"/>
                    <a:pt x="1078" y="887"/>
                    <a:pt x="1060" y="887"/>
                  </a:cubicBezTo>
                  <a:cubicBezTo>
                    <a:pt x="1040" y="887"/>
                    <a:pt x="1025" y="892"/>
                    <a:pt x="1014" y="903"/>
                  </a:cubicBezTo>
                  <a:cubicBezTo>
                    <a:pt x="1004" y="914"/>
                    <a:pt x="998" y="930"/>
                    <a:pt x="998" y="952"/>
                  </a:cubicBezTo>
                  <a:cubicBezTo>
                    <a:pt x="998" y="965"/>
                    <a:pt x="998" y="965"/>
                    <a:pt x="998" y="965"/>
                  </a:cubicBezTo>
                  <a:cubicBezTo>
                    <a:pt x="974" y="965"/>
                    <a:pt x="974" y="965"/>
                    <a:pt x="974" y="965"/>
                  </a:cubicBezTo>
                  <a:cubicBezTo>
                    <a:pt x="974" y="1012"/>
                    <a:pt x="974" y="1012"/>
                    <a:pt x="974" y="1012"/>
                  </a:cubicBezTo>
                  <a:cubicBezTo>
                    <a:pt x="998" y="1012"/>
                    <a:pt x="998" y="1012"/>
                    <a:pt x="998" y="1012"/>
                  </a:cubicBezTo>
                  <a:cubicBezTo>
                    <a:pt x="998" y="1165"/>
                    <a:pt x="998" y="1165"/>
                    <a:pt x="998" y="1165"/>
                  </a:cubicBezTo>
                  <a:cubicBezTo>
                    <a:pt x="1055" y="1165"/>
                    <a:pt x="1055" y="1165"/>
                    <a:pt x="1055" y="1165"/>
                  </a:cubicBezTo>
                  <a:cubicBezTo>
                    <a:pt x="1055" y="1012"/>
                    <a:pt x="1055" y="1012"/>
                    <a:pt x="1055" y="1012"/>
                  </a:cubicBezTo>
                  <a:cubicBezTo>
                    <a:pt x="1101" y="1012"/>
                    <a:pt x="1101" y="1012"/>
                    <a:pt x="1101" y="1012"/>
                  </a:cubicBezTo>
                  <a:lnTo>
                    <a:pt x="1101" y="965"/>
                  </a:lnTo>
                  <a:close/>
                  <a:moveTo>
                    <a:pt x="1209" y="959"/>
                  </a:moveTo>
                  <a:cubicBezTo>
                    <a:pt x="1147" y="959"/>
                    <a:pt x="1100" y="1006"/>
                    <a:pt x="1100" y="1064"/>
                  </a:cubicBezTo>
                  <a:cubicBezTo>
                    <a:pt x="1100" y="1065"/>
                    <a:pt x="1100" y="1065"/>
                    <a:pt x="1100" y="1065"/>
                  </a:cubicBezTo>
                  <a:cubicBezTo>
                    <a:pt x="1100" y="1123"/>
                    <a:pt x="1146" y="1169"/>
                    <a:pt x="1209" y="1169"/>
                  </a:cubicBezTo>
                  <a:cubicBezTo>
                    <a:pt x="1272" y="1169"/>
                    <a:pt x="1318" y="1122"/>
                    <a:pt x="1318" y="1064"/>
                  </a:cubicBezTo>
                  <a:cubicBezTo>
                    <a:pt x="1318" y="1063"/>
                    <a:pt x="1318" y="1063"/>
                    <a:pt x="1318" y="1063"/>
                  </a:cubicBezTo>
                  <a:cubicBezTo>
                    <a:pt x="1318" y="1005"/>
                    <a:pt x="1272" y="959"/>
                    <a:pt x="1209" y="959"/>
                  </a:cubicBezTo>
                  <a:close/>
                  <a:moveTo>
                    <a:pt x="1262" y="1065"/>
                  </a:moveTo>
                  <a:cubicBezTo>
                    <a:pt x="1262" y="1095"/>
                    <a:pt x="1242" y="1120"/>
                    <a:pt x="1209" y="1120"/>
                  </a:cubicBezTo>
                  <a:cubicBezTo>
                    <a:pt x="1178" y="1120"/>
                    <a:pt x="1156" y="1094"/>
                    <a:pt x="1156" y="1064"/>
                  </a:cubicBezTo>
                  <a:cubicBezTo>
                    <a:pt x="1156" y="1063"/>
                    <a:pt x="1156" y="1063"/>
                    <a:pt x="1156" y="1063"/>
                  </a:cubicBezTo>
                  <a:cubicBezTo>
                    <a:pt x="1156" y="1034"/>
                    <a:pt x="1176" y="1008"/>
                    <a:pt x="1209" y="1008"/>
                  </a:cubicBezTo>
                  <a:cubicBezTo>
                    <a:pt x="1240" y="1008"/>
                    <a:pt x="1262" y="1034"/>
                    <a:pt x="1262" y="1064"/>
                  </a:cubicBezTo>
                  <a:lnTo>
                    <a:pt x="1262" y="1065"/>
                  </a:lnTo>
                  <a:close/>
                  <a:moveTo>
                    <a:pt x="1389" y="1004"/>
                  </a:moveTo>
                  <a:cubicBezTo>
                    <a:pt x="1389" y="963"/>
                    <a:pt x="1389" y="963"/>
                    <a:pt x="1389" y="963"/>
                  </a:cubicBezTo>
                  <a:cubicBezTo>
                    <a:pt x="1332" y="963"/>
                    <a:pt x="1332" y="963"/>
                    <a:pt x="1332" y="963"/>
                  </a:cubicBezTo>
                  <a:cubicBezTo>
                    <a:pt x="1332" y="1165"/>
                    <a:pt x="1332" y="1165"/>
                    <a:pt x="1332" y="1165"/>
                  </a:cubicBezTo>
                  <a:cubicBezTo>
                    <a:pt x="1389" y="1165"/>
                    <a:pt x="1389" y="1165"/>
                    <a:pt x="1389" y="1165"/>
                  </a:cubicBezTo>
                  <a:cubicBezTo>
                    <a:pt x="1389" y="1090"/>
                    <a:pt x="1389" y="1090"/>
                    <a:pt x="1389" y="1090"/>
                  </a:cubicBezTo>
                  <a:cubicBezTo>
                    <a:pt x="1389" y="1042"/>
                    <a:pt x="1412" y="1019"/>
                    <a:pt x="1450" y="1019"/>
                  </a:cubicBezTo>
                  <a:cubicBezTo>
                    <a:pt x="1453" y="1019"/>
                    <a:pt x="1453" y="1019"/>
                    <a:pt x="1453" y="1019"/>
                  </a:cubicBezTo>
                  <a:cubicBezTo>
                    <a:pt x="1453" y="959"/>
                    <a:pt x="1453" y="959"/>
                    <a:pt x="1453" y="959"/>
                  </a:cubicBezTo>
                  <a:cubicBezTo>
                    <a:pt x="1419" y="958"/>
                    <a:pt x="1400" y="976"/>
                    <a:pt x="1389" y="1004"/>
                  </a:cubicBezTo>
                  <a:close/>
                  <a:moveTo>
                    <a:pt x="1622" y="961"/>
                  </a:moveTo>
                  <a:cubicBezTo>
                    <a:pt x="1588" y="961"/>
                    <a:pt x="1566" y="967"/>
                    <a:pt x="1544" y="977"/>
                  </a:cubicBezTo>
                  <a:cubicBezTo>
                    <a:pt x="1558" y="1020"/>
                    <a:pt x="1558" y="1020"/>
                    <a:pt x="1558" y="1020"/>
                  </a:cubicBezTo>
                  <a:cubicBezTo>
                    <a:pt x="1576" y="1014"/>
                    <a:pt x="1592" y="1010"/>
                    <a:pt x="1614" y="1010"/>
                  </a:cubicBezTo>
                  <a:cubicBezTo>
                    <a:pt x="1642" y="1010"/>
                    <a:pt x="1657" y="1023"/>
                    <a:pt x="1657" y="1046"/>
                  </a:cubicBezTo>
                  <a:cubicBezTo>
                    <a:pt x="1657" y="1050"/>
                    <a:pt x="1657" y="1050"/>
                    <a:pt x="1657" y="1050"/>
                  </a:cubicBezTo>
                  <a:cubicBezTo>
                    <a:pt x="1643" y="1045"/>
                    <a:pt x="1628" y="1042"/>
                    <a:pt x="1608" y="1042"/>
                  </a:cubicBezTo>
                  <a:cubicBezTo>
                    <a:pt x="1560" y="1042"/>
                    <a:pt x="1526" y="1062"/>
                    <a:pt x="1526" y="1106"/>
                  </a:cubicBezTo>
                  <a:cubicBezTo>
                    <a:pt x="1526" y="1107"/>
                    <a:pt x="1526" y="1107"/>
                    <a:pt x="1526" y="1107"/>
                  </a:cubicBezTo>
                  <a:cubicBezTo>
                    <a:pt x="1526" y="1147"/>
                    <a:pt x="1558" y="1168"/>
                    <a:pt x="1596" y="1168"/>
                  </a:cubicBezTo>
                  <a:cubicBezTo>
                    <a:pt x="1624" y="1168"/>
                    <a:pt x="1643" y="1158"/>
                    <a:pt x="1657" y="1143"/>
                  </a:cubicBezTo>
                  <a:cubicBezTo>
                    <a:pt x="1657" y="1165"/>
                    <a:pt x="1657" y="1165"/>
                    <a:pt x="1657" y="1165"/>
                  </a:cubicBezTo>
                  <a:cubicBezTo>
                    <a:pt x="1712" y="1165"/>
                    <a:pt x="1712" y="1165"/>
                    <a:pt x="1712" y="1165"/>
                  </a:cubicBezTo>
                  <a:cubicBezTo>
                    <a:pt x="1712" y="1048"/>
                    <a:pt x="1712" y="1048"/>
                    <a:pt x="1712" y="1048"/>
                  </a:cubicBezTo>
                  <a:cubicBezTo>
                    <a:pt x="1712" y="1020"/>
                    <a:pt x="1705" y="998"/>
                    <a:pt x="1690" y="983"/>
                  </a:cubicBezTo>
                  <a:cubicBezTo>
                    <a:pt x="1676" y="969"/>
                    <a:pt x="1653" y="961"/>
                    <a:pt x="1622" y="961"/>
                  </a:cubicBezTo>
                  <a:close/>
                  <a:moveTo>
                    <a:pt x="1658" y="1094"/>
                  </a:moveTo>
                  <a:cubicBezTo>
                    <a:pt x="1658" y="1114"/>
                    <a:pt x="1640" y="1129"/>
                    <a:pt x="1613" y="1129"/>
                  </a:cubicBezTo>
                  <a:cubicBezTo>
                    <a:pt x="1595" y="1129"/>
                    <a:pt x="1582" y="1120"/>
                    <a:pt x="1582" y="1104"/>
                  </a:cubicBezTo>
                  <a:cubicBezTo>
                    <a:pt x="1582" y="1104"/>
                    <a:pt x="1582" y="1104"/>
                    <a:pt x="1582" y="1104"/>
                  </a:cubicBezTo>
                  <a:cubicBezTo>
                    <a:pt x="1582" y="1086"/>
                    <a:pt x="1597" y="1076"/>
                    <a:pt x="1621" y="1076"/>
                  </a:cubicBezTo>
                  <a:cubicBezTo>
                    <a:pt x="1635" y="1076"/>
                    <a:pt x="1648" y="1079"/>
                    <a:pt x="1658" y="1083"/>
                  </a:cubicBezTo>
                  <a:lnTo>
                    <a:pt x="1658" y="1094"/>
                  </a:lnTo>
                  <a:close/>
                  <a:moveTo>
                    <a:pt x="1736" y="1165"/>
                  </a:moveTo>
                  <a:cubicBezTo>
                    <a:pt x="1793" y="1165"/>
                    <a:pt x="1793" y="1165"/>
                    <a:pt x="1793" y="1165"/>
                  </a:cubicBezTo>
                  <a:cubicBezTo>
                    <a:pt x="1793" y="890"/>
                    <a:pt x="1793" y="890"/>
                    <a:pt x="1793" y="890"/>
                  </a:cubicBezTo>
                  <a:cubicBezTo>
                    <a:pt x="1736" y="890"/>
                    <a:pt x="1736" y="890"/>
                    <a:pt x="1736" y="890"/>
                  </a:cubicBezTo>
                  <a:lnTo>
                    <a:pt x="1736" y="1165"/>
                  </a:lnTo>
                  <a:close/>
                  <a:moveTo>
                    <a:pt x="1817" y="1165"/>
                  </a:moveTo>
                  <a:cubicBezTo>
                    <a:pt x="1874" y="1165"/>
                    <a:pt x="1874" y="1165"/>
                    <a:pt x="1874" y="1165"/>
                  </a:cubicBezTo>
                  <a:cubicBezTo>
                    <a:pt x="1874" y="890"/>
                    <a:pt x="1874" y="890"/>
                    <a:pt x="1874" y="890"/>
                  </a:cubicBezTo>
                  <a:cubicBezTo>
                    <a:pt x="1817" y="890"/>
                    <a:pt x="1817" y="890"/>
                    <a:pt x="1817" y="890"/>
                  </a:cubicBezTo>
                  <a:lnTo>
                    <a:pt x="1817" y="1165"/>
                  </a:lnTo>
                  <a:close/>
                  <a:moveTo>
                    <a:pt x="2086" y="0"/>
                  </a:moveTo>
                  <a:cubicBezTo>
                    <a:pt x="2086" y="1832"/>
                    <a:pt x="2086" y="1832"/>
                    <a:pt x="2086" y="1832"/>
                  </a:cubicBezTo>
                  <a:cubicBezTo>
                    <a:pt x="2697" y="1832"/>
                    <a:pt x="2697" y="1832"/>
                    <a:pt x="2697" y="1832"/>
                  </a:cubicBezTo>
                  <a:cubicBezTo>
                    <a:pt x="2697" y="0"/>
                    <a:pt x="2697" y="0"/>
                    <a:pt x="2697" y="0"/>
                  </a:cubicBezTo>
                  <a:lnTo>
                    <a:pt x="2086" y="0"/>
                  </a:lnTo>
                  <a:close/>
                </a:path>
              </a:pathLst>
            </a:custGeom>
            <a:gradFill flip="none" rotWithShape="1">
              <a:gsLst>
                <a:gs pos="37000">
                  <a:srgbClr val="F2A11F"/>
                </a:gs>
                <a:gs pos="56000">
                  <a:srgbClr val="EC5124"/>
                </a:gs>
                <a:gs pos="83000">
                  <a:srgbClr val="D32A27"/>
                </a:gs>
                <a:gs pos="100000">
                  <a:srgbClr val="7A425E"/>
                </a:gs>
              </a:gsLst>
              <a:lin ang="18900000" scaled="1"/>
              <a:tileRect/>
            </a:gradFill>
            <a:ln>
              <a:noFill/>
            </a:ln>
          </p:spPr>
          <p:txBody>
            <a:bodyPr vert="horz" wrap="square" lIns="91440" tIns="45720" rIns="91440" bIns="45720" numCol="1" anchor="t" anchorCtr="0" compatLnSpc="1">
              <a:prstTxWarp prst="textNoShape">
                <a:avLst/>
              </a:prstTxWarp>
            </a:bodyPr>
            <a:lstStyle/>
            <a:p>
              <a:endParaRPr lang="en-US" sz="2400"/>
            </a:p>
          </p:txBody>
        </p:sp>
        <p:grpSp>
          <p:nvGrpSpPr>
            <p:cNvPr id="107" name="Group 106">
              <a:extLst>
                <a:ext uri="{FF2B5EF4-FFF2-40B4-BE49-F238E27FC236}">
                  <a16:creationId xmlns:a16="http://schemas.microsoft.com/office/drawing/2014/main" id="{A6EECAC4-C77C-49AB-B254-48D8B0737DBE}"/>
                </a:ext>
              </a:extLst>
            </p:cNvPr>
            <p:cNvGrpSpPr/>
            <p:nvPr userDrawn="1"/>
          </p:nvGrpSpPr>
          <p:grpSpPr>
            <a:xfrm>
              <a:off x="11291887" y="1987551"/>
              <a:ext cx="590550" cy="2868613"/>
              <a:chOff x="11291887" y="1987551"/>
              <a:chExt cx="590550" cy="2868613"/>
            </a:xfrm>
          </p:grpSpPr>
          <p:sp>
            <p:nvSpPr>
              <p:cNvPr id="108" name="Freeform 6">
                <a:extLst>
                  <a:ext uri="{FF2B5EF4-FFF2-40B4-BE49-F238E27FC236}">
                    <a16:creationId xmlns:a16="http://schemas.microsoft.com/office/drawing/2014/main" id="{D00C9BBA-FC7E-4243-8134-0B959E4BB233}"/>
                  </a:ext>
                </a:extLst>
              </p:cNvPr>
              <p:cNvSpPr>
                <a:spLocks/>
              </p:cNvSpPr>
              <p:nvPr userDrawn="1"/>
            </p:nvSpPr>
            <p:spPr bwMode="auto">
              <a:xfrm>
                <a:off x="11418887" y="3471864"/>
                <a:ext cx="455612" cy="452438"/>
              </a:xfrm>
              <a:custGeom>
                <a:avLst/>
                <a:gdLst>
                  <a:gd name="T0" fmla="*/ 0 w 239"/>
                  <a:gd name="T1" fmla="*/ 96 h 237"/>
                  <a:gd name="T2" fmla="*/ 38 w 239"/>
                  <a:gd name="T3" fmla="*/ 173 h 237"/>
                  <a:gd name="T4" fmla="*/ 38 w 239"/>
                  <a:gd name="T5" fmla="*/ 173 h 237"/>
                  <a:gd name="T6" fmla="*/ 38 w 239"/>
                  <a:gd name="T7" fmla="*/ 173 h 237"/>
                  <a:gd name="T8" fmla="*/ 4 w 239"/>
                  <a:gd name="T9" fmla="*/ 173 h 237"/>
                  <a:gd name="T10" fmla="*/ 4 w 239"/>
                  <a:gd name="T11" fmla="*/ 237 h 237"/>
                  <a:gd name="T12" fmla="*/ 239 w 239"/>
                  <a:gd name="T13" fmla="*/ 237 h 237"/>
                  <a:gd name="T14" fmla="*/ 239 w 239"/>
                  <a:gd name="T15" fmla="*/ 173 h 237"/>
                  <a:gd name="T16" fmla="*/ 105 w 239"/>
                  <a:gd name="T17" fmla="*/ 173 h 237"/>
                  <a:gd name="T18" fmla="*/ 56 w 239"/>
                  <a:gd name="T19" fmla="*/ 119 h 237"/>
                  <a:gd name="T20" fmla="*/ 105 w 239"/>
                  <a:gd name="T21" fmla="*/ 65 h 237"/>
                  <a:gd name="T22" fmla="*/ 239 w 239"/>
                  <a:gd name="T23" fmla="*/ 65 h 237"/>
                  <a:gd name="T24" fmla="*/ 239 w 239"/>
                  <a:gd name="T25" fmla="*/ 0 h 237"/>
                  <a:gd name="T26" fmla="*/ 93 w 239"/>
                  <a:gd name="T27" fmla="*/ 0 h 237"/>
                  <a:gd name="T28" fmla="*/ 0 w 239"/>
                  <a:gd name="T29" fmla="*/ 9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9" h="237">
                    <a:moveTo>
                      <a:pt x="0" y="96"/>
                    </a:moveTo>
                    <a:cubicBezTo>
                      <a:pt x="0" y="123"/>
                      <a:pt x="13" y="154"/>
                      <a:pt x="38" y="173"/>
                    </a:cubicBezTo>
                    <a:cubicBezTo>
                      <a:pt x="38" y="173"/>
                      <a:pt x="38" y="173"/>
                      <a:pt x="38" y="173"/>
                    </a:cubicBezTo>
                    <a:cubicBezTo>
                      <a:pt x="38" y="173"/>
                      <a:pt x="38" y="173"/>
                      <a:pt x="38" y="173"/>
                    </a:cubicBezTo>
                    <a:cubicBezTo>
                      <a:pt x="4" y="173"/>
                      <a:pt x="4" y="173"/>
                      <a:pt x="4" y="173"/>
                    </a:cubicBezTo>
                    <a:cubicBezTo>
                      <a:pt x="4" y="237"/>
                      <a:pt x="4" y="237"/>
                      <a:pt x="4" y="237"/>
                    </a:cubicBezTo>
                    <a:cubicBezTo>
                      <a:pt x="239" y="237"/>
                      <a:pt x="239" y="237"/>
                      <a:pt x="239" y="237"/>
                    </a:cubicBezTo>
                    <a:cubicBezTo>
                      <a:pt x="239" y="173"/>
                      <a:pt x="239" y="173"/>
                      <a:pt x="239" y="173"/>
                    </a:cubicBezTo>
                    <a:cubicBezTo>
                      <a:pt x="105" y="173"/>
                      <a:pt x="105" y="173"/>
                      <a:pt x="105" y="173"/>
                    </a:cubicBezTo>
                    <a:cubicBezTo>
                      <a:pt x="81" y="173"/>
                      <a:pt x="56" y="154"/>
                      <a:pt x="56" y="119"/>
                    </a:cubicBezTo>
                    <a:cubicBezTo>
                      <a:pt x="56" y="93"/>
                      <a:pt x="74" y="65"/>
                      <a:pt x="105" y="65"/>
                    </a:cubicBezTo>
                    <a:cubicBezTo>
                      <a:pt x="239" y="65"/>
                      <a:pt x="239" y="65"/>
                      <a:pt x="239" y="65"/>
                    </a:cubicBezTo>
                    <a:cubicBezTo>
                      <a:pt x="239" y="0"/>
                      <a:pt x="239" y="0"/>
                      <a:pt x="239" y="0"/>
                    </a:cubicBezTo>
                    <a:cubicBezTo>
                      <a:pt x="93" y="0"/>
                      <a:pt x="93" y="0"/>
                      <a:pt x="93" y="0"/>
                    </a:cubicBezTo>
                    <a:cubicBezTo>
                      <a:pt x="39" y="0"/>
                      <a:pt x="0" y="39"/>
                      <a:pt x="0" y="9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9" name="Freeform 7">
                <a:extLst>
                  <a:ext uri="{FF2B5EF4-FFF2-40B4-BE49-F238E27FC236}">
                    <a16:creationId xmlns:a16="http://schemas.microsoft.com/office/drawing/2014/main" id="{F71F105A-138E-453C-A355-31EA2B0C8B87}"/>
                  </a:ext>
                </a:extLst>
              </p:cNvPr>
              <p:cNvSpPr>
                <a:spLocks/>
              </p:cNvSpPr>
              <p:nvPr userDrawn="1"/>
            </p:nvSpPr>
            <p:spPr bwMode="auto">
              <a:xfrm>
                <a:off x="11425237" y="2452689"/>
                <a:ext cx="449262" cy="506413"/>
              </a:xfrm>
              <a:custGeom>
                <a:avLst/>
                <a:gdLst>
                  <a:gd name="T0" fmla="*/ 0 w 283"/>
                  <a:gd name="T1" fmla="*/ 89 h 319"/>
                  <a:gd name="T2" fmla="*/ 193 w 283"/>
                  <a:gd name="T3" fmla="*/ 159 h 319"/>
                  <a:gd name="T4" fmla="*/ 0 w 283"/>
                  <a:gd name="T5" fmla="*/ 229 h 319"/>
                  <a:gd name="T6" fmla="*/ 0 w 283"/>
                  <a:gd name="T7" fmla="*/ 319 h 319"/>
                  <a:gd name="T8" fmla="*/ 283 w 283"/>
                  <a:gd name="T9" fmla="*/ 202 h 319"/>
                  <a:gd name="T10" fmla="*/ 283 w 283"/>
                  <a:gd name="T11" fmla="*/ 117 h 319"/>
                  <a:gd name="T12" fmla="*/ 0 w 283"/>
                  <a:gd name="T13" fmla="*/ 0 h 319"/>
                  <a:gd name="T14" fmla="*/ 0 w 283"/>
                  <a:gd name="T15" fmla="*/ 89 h 3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3" h="319">
                    <a:moveTo>
                      <a:pt x="0" y="89"/>
                    </a:moveTo>
                    <a:lnTo>
                      <a:pt x="193" y="159"/>
                    </a:lnTo>
                    <a:lnTo>
                      <a:pt x="0" y="229"/>
                    </a:lnTo>
                    <a:lnTo>
                      <a:pt x="0" y="319"/>
                    </a:lnTo>
                    <a:lnTo>
                      <a:pt x="283" y="202"/>
                    </a:lnTo>
                    <a:lnTo>
                      <a:pt x="283" y="117"/>
                    </a:lnTo>
                    <a:lnTo>
                      <a:pt x="0" y="0"/>
                    </a:lnTo>
                    <a:lnTo>
                      <a:pt x="0" y="8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0" name="Freeform 8">
                <a:extLst>
                  <a:ext uri="{FF2B5EF4-FFF2-40B4-BE49-F238E27FC236}">
                    <a16:creationId xmlns:a16="http://schemas.microsoft.com/office/drawing/2014/main" id="{49854997-23FD-4E3C-82E8-D973E90ABF35}"/>
                  </a:ext>
                </a:extLst>
              </p:cNvPr>
              <p:cNvSpPr>
                <a:spLocks noEditPoints="1"/>
              </p:cNvSpPr>
              <p:nvPr userDrawn="1"/>
            </p:nvSpPr>
            <p:spPr bwMode="auto">
              <a:xfrm>
                <a:off x="11418887" y="3968751"/>
                <a:ext cx="463550" cy="471488"/>
              </a:xfrm>
              <a:custGeom>
                <a:avLst/>
                <a:gdLst>
                  <a:gd name="T0" fmla="*/ 167 w 243"/>
                  <a:gd name="T1" fmla="*/ 46 h 246"/>
                  <a:gd name="T2" fmla="*/ 192 w 243"/>
                  <a:gd name="T3" fmla="*/ 113 h 246"/>
                  <a:gd name="T4" fmla="*/ 173 w 243"/>
                  <a:gd name="T5" fmla="*/ 165 h 246"/>
                  <a:gd name="T6" fmla="*/ 104 w 243"/>
                  <a:gd name="T7" fmla="*/ 0 h 246"/>
                  <a:gd name="T8" fmla="*/ 39 w 243"/>
                  <a:gd name="T9" fmla="*/ 28 h 246"/>
                  <a:gd name="T10" fmla="*/ 0 w 243"/>
                  <a:gd name="T11" fmla="*/ 121 h 246"/>
                  <a:gd name="T12" fmla="*/ 122 w 243"/>
                  <a:gd name="T13" fmla="*/ 246 h 246"/>
                  <a:gd name="T14" fmla="*/ 243 w 243"/>
                  <a:gd name="T15" fmla="*/ 114 h 246"/>
                  <a:gd name="T16" fmla="*/ 198 w 243"/>
                  <a:gd name="T17" fmla="*/ 5 h 246"/>
                  <a:gd name="T18" fmla="*/ 167 w 243"/>
                  <a:gd name="T19" fmla="*/ 46 h 246"/>
                  <a:gd name="T20" fmla="*/ 75 w 243"/>
                  <a:gd name="T21" fmla="*/ 170 h 246"/>
                  <a:gd name="T22" fmla="*/ 51 w 243"/>
                  <a:gd name="T23" fmla="*/ 120 h 246"/>
                  <a:gd name="T24" fmla="*/ 84 w 243"/>
                  <a:gd name="T25" fmla="*/ 70 h 246"/>
                  <a:gd name="T26" fmla="*/ 131 w 243"/>
                  <a:gd name="T27" fmla="*/ 183 h 246"/>
                  <a:gd name="T28" fmla="*/ 75 w 243"/>
                  <a:gd name="T29" fmla="*/ 17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3" h="246">
                    <a:moveTo>
                      <a:pt x="167" y="46"/>
                    </a:moveTo>
                    <a:cubicBezTo>
                      <a:pt x="187" y="73"/>
                      <a:pt x="192" y="88"/>
                      <a:pt x="192" y="113"/>
                    </a:cubicBezTo>
                    <a:cubicBezTo>
                      <a:pt x="192" y="135"/>
                      <a:pt x="185" y="153"/>
                      <a:pt x="173" y="165"/>
                    </a:cubicBezTo>
                    <a:cubicBezTo>
                      <a:pt x="104" y="0"/>
                      <a:pt x="104" y="0"/>
                      <a:pt x="104" y="0"/>
                    </a:cubicBezTo>
                    <a:cubicBezTo>
                      <a:pt x="79" y="4"/>
                      <a:pt x="56" y="14"/>
                      <a:pt x="39" y="28"/>
                    </a:cubicBezTo>
                    <a:cubicBezTo>
                      <a:pt x="13" y="50"/>
                      <a:pt x="0" y="82"/>
                      <a:pt x="0" y="121"/>
                    </a:cubicBezTo>
                    <a:cubicBezTo>
                      <a:pt x="0" y="192"/>
                      <a:pt x="52" y="246"/>
                      <a:pt x="122" y="246"/>
                    </a:cubicBezTo>
                    <a:cubicBezTo>
                      <a:pt x="193" y="246"/>
                      <a:pt x="243" y="192"/>
                      <a:pt x="243" y="114"/>
                    </a:cubicBezTo>
                    <a:cubicBezTo>
                      <a:pt x="243" y="70"/>
                      <a:pt x="222" y="26"/>
                      <a:pt x="198" y="5"/>
                    </a:cubicBezTo>
                    <a:lnTo>
                      <a:pt x="167" y="46"/>
                    </a:lnTo>
                    <a:close/>
                    <a:moveTo>
                      <a:pt x="75" y="170"/>
                    </a:moveTo>
                    <a:cubicBezTo>
                      <a:pt x="60" y="159"/>
                      <a:pt x="51" y="141"/>
                      <a:pt x="51" y="120"/>
                    </a:cubicBezTo>
                    <a:cubicBezTo>
                      <a:pt x="51" y="97"/>
                      <a:pt x="65" y="79"/>
                      <a:pt x="84" y="70"/>
                    </a:cubicBezTo>
                    <a:cubicBezTo>
                      <a:pt x="131" y="183"/>
                      <a:pt x="131" y="183"/>
                      <a:pt x="131" y="183"/>
                    </a:cubicBezTo>
                    <a:cubicBezTo>
                      <a:pt x="107" y="186"/>
                      <a:pt x="88" y="180"/>
                      <a:pt x="75" y="17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1" name="Freeform 9">
                <a:extLst>
                  <a:ext uri="{FF2B5EF4-FFF2-40B4-BE49-F238E27FC236}">
                    <a16:creationId xmlns:a16="http://schemas.microsoft.com/office/drawing/2014/main" id="{DFC48EA1-BF0E-478F-9540-C906E2ADBE10}"/>
                  </a:ext>
                </a:extLst>
              </p:cNvPr>
              <p:cNvSpPr>
                <a:spLocks/>
              </p:cNvSpPr>
              <p:nvPr userDrawn="1"/>
            </p:nvSpPr>
            <p:spPr bwMode="auto">
              <a:xfrm>
                <a:off x="11291887" y="4451351"/>
                <a:ext cx="582612" cy="404813"/>
              </a:xfrm>
              <a:custGeom>
                <a:avLst/>
                <a:gdLst>
                  <a:gd name="T0" fmla="*/ 296 w 367"/>
                  <a:gd name="T1" fmla="*/ 0 h 255"/>
                  <a:gd name="T2" fmla="*/ 296 w 367"/>
                  <a:gd name="T3" fmla="*/ 177 h 255"/>
                  <a:gd name="T4" fmla="*/ 0 w 367"/>
                  <a:gd name="T5" fmla="*/ 177 h 255"/>
                  <a:gd name="T6" fmla="*/ 0 w 367"/>
                  <a:gd name="T7" fmla="*/ 255 h 255"/>
                  <a:gd name="T8" fmla="*/ 367 w 367"/>
                  <a:gd name="T9" fmla="*/ 255 h 255"/>
                  <a:gd name="T10" fmla="*/ 367 w 367"/>
                  <a:gd name="T11" fmla="*/ 0 h 255"/>
                  <a:gd name="T12" fmla="*/ 296 w 367"/>
                  <a:gd name="T13" fmla="*/ 0 h 255"/>
                </a:gdLst>
                <a:ahLst/>
                <a:cxnLst>
                  <a:cxn ang="0">
                    <a:pos x="T0" y="T1"/>
                  </a:cxn>
                  <a:cxn ang="0">
                    <a:pos x="T2" y="T3"/>
                  </a:cxn>
                  <a:cxn ang="0">
                    <a:pos x="T4" y="T5"/>
                  </a:cxn>
                  <a:cxn ang="0">
                    <a:pos x="T6" y="T7"/>
                  </a:cxn>
                  <a:cxn ang="0">
                    <a:pos x="T8" y="T9"/>
                  </a:cxn>
                  <a:cxn ang="0">
                    <a:pos x="T10" y="T11"/>
                  </a:cxn>
                  <a:cxn ang="0">
                    <a:pos x="T12" y="T13"/>
                  </a:cxn>
                </a:cxnLst>
                <a:rect l="0" t="0" r="r" b="b"/>
                <a:pathLst>
                  <a:path w="367" h="255">
                    <a:moveTo>
                      <a:pt x="296" y="0"/>
                    </a:moveTo>
                    <a:lnTo>
                      <a:pt x="296" y="177"/>
                    </a:lnTo>
                    <a:lnTo>
                      <a:pt x="0" y="177"/>
                    </a:lnTo>
                    <a:lnTo>
                      <a:pt x="0" y="255"/>
                    </a:lnTo>
                    <a:lnTo>
                      <a:pt x="367" y="255"/>
                    </a:lnTo>
                    <a:lnTo>
                      <a:pt x="367" y="0"/>
                    </a:lnTo>
                    <a:lnTo>
                      <a:pt x="296"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2" name="Freeform 10">
                <a:extLst>
                  <a:ext uri="{FF2B5EF4-FFF2-40B4-BE49-F238E27FC236}">
                    <a16:creationId xmlns:a16="http://schemas.microsoft.com/office/drawing/2014/main" id="{66D58043-225E-4AF1-86C5-EAC10AA263B5}"/>
                  </a:ext>
                </a:extLst>
              </p:cNvPr>
              <p:cNvSpPr>
                <a:spLocks noEditPoints="1"/>
              </p:cNvSpPr>
              <p:nvPr userDrawn="1"/>
            </p:nvSpPr>
            <p:spPr bwMode="auto">
              <a:xfrm>
                <a:off x="11418887" y="1987551"/>
                <a:ext cx="463550" cy="484188"/>
              </a:xfrm>
              <a:custGeom>
                <a:avLst/>
                <a:gdLst>
                  <a:gd name="T0" fmla="*/ 243 w 243"/>
                  <a:gd name="T1" fmla="*/ 127 h 253"/>
                  <a:gd name="T2" fmla="*/ 122 w 243"/>
                  <a:gd name="T3" fmla="*/ 253 h 253"/>
                  <a:gd name="T4" fmla="*/ 0 w 243"/>
                  <a:gd name="T5" fmla="*/ 126 h 253"/>
                  <a:gd name="T6" fmla="*/ 122 w 243"/>
                  <a:gd name="T7" fmla="*/ 0 h 253"/>
                  <a:gd name="T8" fmla="*/ 243 w 243"/>
                  <a:gd name="T9" fmla="*/ 127 h 253"/>
                  <a:gd name="T10" fmla="*/ 55 w 243"/>
                  <a:gd name="T11" fmla="*/ 127 h 253"/>
                  <a:gd name="T12" fmla="*/ 122 w 243"/>
                  <a:gd name="T13" fmla="*/ 189 h 253"/>
                  <a:gd name="T14" fmla="*/ 188 w 243"/>
                  <a:gd name="T15" fmla="*/ 126 h 253"/>
                  <a:gd name="T16" fmla="*/ 122 w 243"/>
                  <a:gd name="T17" fmla="*/ 64 h 253"/>
                  <a:gd name="T18" fmla="*/ 55 w 243"/>
                  <a:gd name="T19" fmla="*/ 12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 h="253">
                    <a:moveTo>
                      <a:pt x="243" y="127"/>
                    </a:moveTo>
                    <a:cubicBezTo>
                      <a:pt x="243" y="198"/>
                      <a:pt x="190" y="253"/>
                      <a:pt x="122" y="253"/>
                    </a:cubicBezTo>
                    <a:cubicBezTo>
                      <a:pt x="53" y="253"/>
                      <a:pt x="0" y="197"/>
                      <a:pt x="0" y="126"/>
                    </a:cubicBezTo>
                    <a:cubicBezTo>
                      <a:pt x="0" y="56"/>
                      <a:pt x="53" y="0"/>
                      <a:pt x="122" y="0"/>
                    </a:cubicBezTo>
                    <a:cubicBezTo>
                      <a:pt x="190" y="0"/>
                      <a:pt x="243" y="56"/>
                      <a:pt x="243" y="127"/>
                    </a:cubicBezTo>
                    <a:moveTo>
                      <a:pt x="55" y="127"/>
                    </a:moveTo>
                    <a:cubicBezTo>
                      <a:pt x="55" y="163"/>
                      <a:pt x="83" y="189"/>
                      <a:pt x="122" y="189"/>
                    </a:cubicBezTo>
                    <a:cubicBezTo>
                      <a:pt x="159" y="189"/>
                      <a:pt x="188" y="162"/>
                      <a:pt x="188" y="126"/>
                    </a:cubicBezTo>
                    <a:cubicBezTo>
                      <a:pt x="188" y="90"/>
                      <a:pt x="160" y="64"/>
                      <a:pt x="122" y="64"/>
                    </a:cubicBezTo>
                    <a:cubicBezTo>
                      <a:pt x="85" y="64"/>
                      <a:pt x="55" y="92"/>
                      <a:pt x="55" y="1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3" name="Freeform 11">
                <a:extLst>
                  <a:ext uri="{FF2B5EF4-FFF2-40B4-BE49-F238E27FC236}">
                    <a16:creationId xmlns:a16="http://schemas.microsoft.com/office/drawing/2014/main" id="{3EDD390D-BF7B-4689-9B90-0E8DC4C75E16}"/>
                  </a:ext>
                </a:extLst>
              </p:cNvPr>
              <p:cNvSpPr>
                <a:spLocks noEditPoints="1"/>
              </p:cNvSpPr>
              <p:nvPr userDrawn="1"/>
            </p:nvSpPr>
            <p:spPr bwMode="auto">
              <a:xfrm>
                <a:off x="11418887" y="2938464"/>
                <a:ext cx="463550" cy="484188"/>
              </a:xfrm>
              <a:custGeom>
                <a:avLst/>
                <a:gdLst>
                  <a:gd name="T0" fmla="*/ 243 w 243"/>
                  <a:gd name="T1" fmla="*/ 127 h 253"/>
                  <a:gd name="T2" fmla="*/ 122 w 243"/>
                  <a:gd name="T3" fmla="*/ 253 h 253"/>
                  <a:gd name="T4" fmla="*/ 0 w 243"/>
                  <a:gd name="T5" fmla="*/ 126 h 253"/>
                  <a:gd name="T6" fmla="*/ 122 w 243"/>
                  <a:gd name="T7" fmla="*/ 0 h 253"/>
                  <a:gd name="T8" fmla="*/ 243 w 243"/>
                  <a:gd name="T9" fmla="*/ 127 h 253"/>
                  <a:gd name="T10" fmla="*/ 55 w 243"/>
                  <a:gd name="T11" fmla="*/ 127 h 253"/>
                  <a:gd name="T12" fmla="*/ 122 w 243"/>
                  <a:gd name="T13" fmla="*/ 189 h 253"/>
                  <a:gd name="T14" fmla="*/ 188 w 243"/>
                  <a:gd name="T15" fmla="*/ 126 h 253"/>
                  <a:gd name="T16" fmla="*/ 122 w 243"/>
                  <a:gd name="T17" fmla="*/ 64 h 253"/>
                  <a:gd name="T18" fmla="*/ 55 w 243"/>
                  <a:gd name="T19" fmla="*/ 127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3" h="253">
                    <a:moveTo>
                      <a:pt x="243" y="127"/>
                    </a:moveTo>
                    <a:cubicBezTo>
                      <a:pt x="243" y="198"/>
                      <a:pt x="190" y="253"/>
                      <a:pt x="122" y="253"/>
                    </a:cubicBezTo>
                    <a:cubicBezTo>
                      <a:pt x="53" y="253"/>
                      <a:pt x="0" y="197"/>
                      <a:pt x="0" y="126"/>
                    </a:cubicBezTo>
                    <a:cubicBezTo>
                      <a:pt x="0" y="56"/>
                      <a:pt x="53" y="0"/>
                      <a:pt x="122" y="0"/>
                    </a:cubicBezTo>
                    <a:cubicBezTo>
                      <a:pt x="190" y="0"/>
                      <a:pt x="243" y="56"/>
                      <a:pt x="243" y="127"/>
                    </a:cubicBezTo>
                    <a:moveTo>
                      <a:pt x="55" y="127"/>
                    </a:moveTo>
                    <a:cubicBezTo>
                      <a:pt x="55" y="163"/>
                      <a:pt x="83" y="189"/>
                      <a:pt x="122" y="189"/>
                    </a:cubicBezTo>
                    <a:cubicBezTo>
                      <a:pt x="159" y="189"/>
                      <a:pt x="188" y="162"/>
                      <a:pt x="188" y="126"/>
                    </a:cubicBezTo>
                    <a:cubicBezTo>
                      <a:pt x="188" y="90"/>
                      <a:pt x="160" y="64"/>
                      <a:pt x="122" y="64"/>
                    </a:cubicBezTo>
                    <a:cubicBezTo>
                      <a:pt x="85" y="64"/>
                      <a:pt x="55" y="92"/>
                      <a:pt x="55" y="127"/>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grpSp>
    </p:spTree>
    <p:extLst>
      <p:ext uri="{BB962C8B-B14F-4D97-AF65-F5344CB8AC3E}">
        <p14:creationId xmlns:p14="http://schemas.microsoft.com/office/powerpoint/2010/main" val="166967236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Box 1"/>
          <p:cNvSpPr txBox="1"/>
          <p:nvPr userDrawn="1"/>
        </p:nvSpPr>
        <p:spPr>
          <a:xfrm>
            <a:off x="1396214" y="6473952"/>
            <a:ext cx="4114800" cy="153888"/>
          </a:xfrm>
          <a:prstGeom prst="rect">
            <a:avLst/>
          </a:prstGeom>
          <a:noFill/>
        </p:spPr>
        <p:txBody>
          <a:bodyPr wrap="square" lIns="0" tIns="0" rIns="0" bIns="0" rtlCol="0">
            <a:spAutoFit/>
          </a:bodyPr>
          <a:lstStyle/>
          <a:p>
            <a:r>
              <a:rPr lang="en-US" sz="1000" dirty="0">
                <a:latin typeface="Arial" pitchFamily="34" charset="0"/>
                <a:cs typeface="Arial" pitchFamily="34" charset="0"/>
              </a:rPr>
              <a:t>2022 Lenovo Internal. All rights reserved.</a:t>
            </a:r>
          </a:p>
        </p:txBody>
      </p:sp>
      <p:sp>
        <p:nvSpPr>
          <p:cNvPr id="4" name="Slide Number Placeholder 5"/>
          <p:cNvSpPr>
            <a:spLocks noGrp="1"/>
          </p:cNvSpPr>
          <p:nvPr>
            <p:ph type="sldNum" sz="quarter" idx="4"/>
          </p:nvPr>
        </p:nvSpPr>
        <p:spPr>
          <a:xfrm>
            <a:off x="11749913" y="6473952"/>
            <a:ext cx="438912" cy="155448"/>
          </a:xfrm>
          <a:prstGeom prst="rect">
            <a:avLst/>
          </a:prstGeom>
        </p:spPr>
        <p:txBody>
          <a:bodyPr vert="horz" lIns="0" tIns="0" rIns="0" bIns="0" rtlCol="0" anchor="ctr"/>
          <a:lstStyle>
            <a:lvl1pPr algn="ctr">
              <a:defRPr sz="1000">
                <a:solidFill>
                  <a:schemeClr val="tx1"/>
                </a:solidFill>
                <a:latin typeface="Arial" panose="020B0604020202020204" pitchFamily="34" charset="0"/>
                <a:cs typeface="Arial" panose="020B0604020202020204" pitchFamily="34" charset="0"/>
              </a:defRPr>
            </a:lvl1pPr>
          </a:lstStyle>
          <a:p>
            <a:fld id="{6D22F896-40B5-4ADD-8801-0D06FADFA095}" type="slidenum">
              <a:rPr lang="en-US" smtClean="0"/>
              <a:pPr/>
              <a:t>‹#›</a:t>
            </a:fld>
            <a:endParaRPr lang="en-US" dirty="0"/>
          </a:p>
        </p:txBody>
      </p:sp>
      <p:grpSp>
        <p:nvGrpSpPr>
          <p:cNvPr id="5" name="Group 4"/>
          <p:cNvGrpSpPr/>
          <p:nvPr userDrawn="1"/>
        </p:nvGrpSpPr>
        <p:grpSpPr>
          <a:xfrm>
            <a:off x="554338" y="6421482"/>
            <a:ext cx="734356" cy="245008"/>
            <a:chOff x="547688" y="952500"/>
            <a:chExt cx="12190413" cy="4067175"/>
          </a:xfrm>
        </p:grpSpPr>
        <p:sp>
          <p:nvSpPr>
            <p:cNvPr id="6" name="Rectangle 5"/>
            <p:cNvSpPr>
              <a:spLocks noChangeArrowheads="1"/>
            </p:cNvSpPr>
            <p:nvPr userDrawn="1"/>
          </p:nvSpPr>
          <p:spPr bwMode="auto">
            <a:xfrm>
              <a:off x="547688" y="952500"/>
              <a:ext cx="12190413" cy="40671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8" name="Freeform 7"/>
            <p:cNvSpPr>
              <a:spLocks/>
            </p:cNvSpPr>
            <p:nvPr userDrawn="1"/>
          </p:nvSpPr>
          <p:spPr bwMode="auto">
            <a:xfrm>
              <a:off x="4922838" y="2319338"/>
              <a:ext cx="1571625" cy="1590675"/>
            </a:xfrm>
            <a:custGeom>
              <a:avLst/>
              <a:gdLst>
                <a:gd name="T0" fmla="*/ 492 w 825"/>
                <a:gd name="T1" fmla="*/ 0 h 834"/>
                <a:gd name="T2" fmla="*/ 225 w 825"/>
                <a:gd name="T3" fmla="*/ 132 h 834"/>
                <a:gd name="T4" fmla="*/ 225 w 825"/>
                <a:gd name="T5" fmla="*/ 132 h 834"/>
                <a:gd name="T6" fmla="*/ 225 w 825"/>
                <a:gd name="T7" fmla="*/ 132 h 834"/>
                <a:gd name="T8" fmla="*/ 225 w 825"/>
                <a:gd name="T9" fmla="*/ 14 h 834"/>
                <a:gd name="T10" fmla="*/ 0 w 825"/>
                <a:gd name="T11" fmla="*/ 14 h 834"/>
                <a:gd name="T12" fmla="*/ 0 w 825"/>
                <a:gd name="T13" fmla="*/ 834 h 834"/>
                <a:gd name="T14" fmla="*/ 225 w 825"/>
                <a:gd name="T15" fmla="*/ 834 h 834"/>
                <a:gd name="T16" fmla="*/ 225 w 825"/>
                <a:gd name="T17" fmla="*/ 367 h 834"/>
                <a:gd name="T18" fmla="*/ 411 w 825"/>
                <a:gd name="T19" fmla="*/ 194 h 834"/>
                <a:gd name="T20" fmla="*/ 600 w 825"/>
                <a:gd name="T21" fmla="*/ 367 h 834"/>
                <a:gd name="T22" fmla="*/ 600 w 825"/>
                <a:gd name="T23" fmla="*/ 834 h 834"/>
                <a:gd name="T24" fmla="*/ 825 w 825"/>
                <a:gd name="T25" fmla="*/ 834 h 834"/>
                <a:gd name="T26" fmla="*/ 825 w 825"/>
                <a:gd name="T27" fmla="*/ 326 h 834"/>
                <a:gd name="T28" fmla="*/ 492 w 825"/>
                <a:gd name="T29" fmla="*/ 0 h 8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834">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9" name="Freeform 8"/>
            <p:cNvSpPr>
              <a:spLocks/>
            </p:cNvSpPr>
            <p:nvPr userDrawn="1"/>
          </p:nvSpPr>
          <p:spPr bwMode="auto">
            <a:xfrm>
              <a:off x="8277225" y="2346325"/>
              <a:ext cx="1755775" cy="1563688"/>
            </a:xfrm>
            <a:custGeom>
              <a:avLst/>
              <a:gdLst>
                <a:gd name="T0" fmla="*/ 797 w 1106"/>
                <a:gd name="T1" fmla="*/ 0 h 985"/>
                <a:gd name="T2" fmla="*/ 553 w 1106"/>
                <a:gd name="T3" fmla="*/ 671 h 985"/>
                <a:gd name="T4" fmla="*/ 308 w 1106"/>
                <a:gd name="T5" fmla="*/ 0 h 985"/>
                <a:gd name="T6" fmla="*/ 0 w 1106"/>
                <a:gd name="T7" fmla="*/ 0 h 985"/>
                <a:gd name="T8" fmla="*/ 405 w 1106"/>
                <a:gd name="T9" fmla="*/ 985 h 985"/>
                <a:gd name="T10" fmla="*/ 701 w 1106"/>
                <a:gd name="T11" fmla="*/ 985 h 985"/>
                <a:gd name="T12" fmla="*/ 1106 w 1106"/>
                <a:gd name="T13" fmla="*/ 0 h 985"/>
                <a:gd name="T14" fmla="*/ 797 w 1106"/>
                <a:gd name="T15" fmla="*/ 0 h 9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06" h="985">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0" name="Freeform 9"/>
            <p:cNvSpPr>
              <a:spLocks noEditPoints="1"/>
            </p:cNvSpPr>
            <p:nvPr userDrawn="1"/>
          </p:nvSpPr>
          <p:spPr bwMode="auto">
            <a:xfrm>
              <a:off x="3138488" y="2319338"/>
              <a:ext cx="1630363" cy="1617663"/>
            </a:xfrm>
            <a:custGeom>
              <a:avLst/>
              <a:gdLst>
                <a:gd name="T0" fmla="*/ 697 w 856"/>
                <a:gd name="T1" fmla="*/ 582 h 848"/>
                <a:gd name="T2" fmla="*/ 462 w 856"/>
                <a:gd name="T3" fmla="*/ 669 h 848"/>
                <a:gd name="T4" fmla="*/ 280 w 856"/>
                <a:gd name="T5" fmla="*/ 602 h 848"/>
                <a:gd name="T6" fmla="*/ 856 w 856"/>
                <a:gd name="T7" fmla="*/ 363 h 848"/>
                <a:gd name="T8" fmla="*/ 758 w 856"/>
                <a:gd name="T9" fmla="*/ 135 h 848"/>
                <a:gd name="T10" fmla="*/ 434 w 856"/>
                <a:gd name="T11" fmla="*/ 0 h 848"/>
                <a:gd name="T12" fmla="*/ 0 w 856"/>
                <a:gd name="T13" fmla="*/ 424 h 848"/>
                <a:gd name="T14" fmla="*/ 459 w 856"/>
                <a:gd name="T15" fmla="*/ 848 h 848"/>
                <a:gd name="T16" fmla="*/ 840 w 856"/>
                <a:gd name="T17" fmla="*/ 691 h 848"/>
                <a:gd name="T18" fmla="*/ 697 w 856"/>
                <a:gd name="T19" fmla="*/ 582 h 848"/>
                <a:gd name="T20" fmla="*/ 265 w 856"/>
                <a:gd name="T21" fmla="*/ 261 h 848"/>
                <a:gd name="T22" fmla="*/ 438 w 856"/>
                <a:gd name="T23" fmla="*/ 179 h 848"/>
                <a:gd name="T24" fmla="*/ 612 w 856"/>
                <a:gd name="T25" fmla="*/ 294 h 848"/>
                <a:gd name="T26" fmla="*/ 219 w 856"/>
                <a:gd name="T27" fmla="*/ 457 h 848"/>
                <a:gd name="T28" fmla="*/ 265 w 856"/>
                <a:gd name="T29" fmla="*/ 261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6" h="848">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1" name="Freeform 10"/>
            <p:cNvSpPr>
              <a:spLocks/>
            </p:cNvSpPr>
            <p:nvPr userDrawn="1"/>
          </p:nvSpPr>
          <p:spPr bwMode="auto">
            <a:xfrm>
              <a:off x="1685925" y="1879600"/>
              <a:ext cx="1409700" cy="2030413"/>
            </a:xfrm>
            <a:custGeom>
              <a:avLst/>
              <a:gdLst>
                <a:gd name="T0" fmla="*/ 888 w 888"/>
                <a:gd name="T1" fmla="*/ 1030 h 1279"/>
                <a:gd name="T2" fmla="*/ 274 w 888"/>
                <a:gd name="T3" fmla="*/ 1030 h 1279"/>
                <a:gd name="T4" fmla="*/ 274 w 888"/>
                <a:gd name="T5" fmla="*/ 0 h 1279"/>
                <a:gd name="T6" fmla="*/ 0 w 888"/>
                <a:gd name="T7" fmla="*/ 0 h 1279"/>
                <a:gd name="T8" fmla="*/ 0 w 888"/>
                <a:gd name="T9" fmla="*/ 1279 h 1279"/>
                <a:gd name="T10" fmla="*/ 888 w 888"/>
                <a:gd name="T11" fmla="*/ 1279 h 1279"/>
                <a:gd name="T12" fmla="*/ 888 w 888"/>
                <a:gd name="T13" fmla="*/ 1030 h 1279"/>
              </a:gdLst>
              <a:ahLst/>
              <a:cxnLst>
                <a:cxn ang="0">
                  <a:pos x="T0" y="T1"/>
                </a:cxn>
                <a:cxn ang="0">
                  <a:pos x="T2" y="T3"/>
                </a:cxn>
                <a:cxn ang="0">
                  <a:pos x="T4" y="T5"/>
                </a:cxn>
                <a:cxn ang="0">
                  <a:pos x="T6" y="T7"/>
                </a:cxn>
                <a:cxn ang="0">
                  <a:pos x="T8" y="T9"/>
                </a:cxn>
                <a:cxn ang="0">
                  <a:pos x="T10" y="T11"/>
                </a:cxn>
                <a:cxn ang="0">
                  <a:pos x="T12" y="T13"/>
                </a:cxn>
              </a:cxnLst>
              <a:rect l="0" t="0" r="r" b="b"/>
              <a:pathLst>
                <a:path w="888" h="1279">
                  <a:moveTo>
                    <a:pt x="888" y="1030"/>
                  </a:moveTo>
                  <a:lnTo>
                    <a:pt x="274" y="1030"/>
                  </a:lnTo>
                  <a:lnTo>
                    <a:pt x="274" y="0"/>
                  </a:lnTo>
                  <a:lnTo>
                    <a:pt x="0" y="0"/>
                  </a:lnTo>
                  <a:lnTo>
                    <a:pt x="0" y="1279"/>
                  </a:lnTo>
                  <a:lnTo>
                    <a:pt x="888" y="1279"/>
                  </a:lnTo>
                  <a:lnTo>
                    <a:pt x="888" y="10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2" name="Freeform 10"/>
            <p:cNvSpPr>
              <a:spLocks noEditPoints="1"/>
            </p:cNvSpPr>
            <p:nvPr userDrawn="1"/>
          </p:nvSpPr>
          <p:spPr bwMode="auto">
            <a:xfrm>
              <a:off x="9966325" y="2319338"/>
              <a:ext cx="1677988" cy="1617663"/>
            </a:xfrm>
            <a:custGeom>
              <a:avLst/>
              <a:gdLst>
                <a:gd name="T0" fmla="*/ 439 w 881"/>
                <a:gd name="T1" fmla="*/ 848 h 848"/>
                <a:gd name="T2" fmla="*/ 0 w 881"/>
                <a:gd name="T3" fmla="*/ 424 h 848"/>
                <a:gd name="T4" fmla="*/ 442 w 881"/>
                <a:gd name="T5" fmla="*/ 0 h 848"/>
                <a:gd name="T6" fmla="*/ 881 w 881"/>
                <a:gd name="T7" fmla="*/ 424 h 848"/>
                <a:gd name="T8" fmla="*/ 439 w 881"/>
                <a:gd name="T9" fmla="*/ 848 h 848"/>
                <a:gd name="T10" fmla="*/ 439 w 881"/>
                <a:gd name="T11" fmla="*/ 193 h 848"/>
                <a:gd name="T12" fmla="*/ 222 w 881"/>
                <a:gd name="T13" fmla="*/ 424 h 848"/>
                <a:gd name="T14" fmla="*/ 442 w 881"/>
                <a:gd name="T15" fmla="*/ 655 h 848"/>
                <a:gd name="T16" fmla="*/ 659 w 881"/>
                <a:gd name="T17" fmla="*/ 424 h 848"/>
                <a:gd name="T18" fmla="*/ 439 w 881"/>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1" h="848">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sp>
          <p:nvSpPr>
            <p:cNvPr id="13" name="Freeform 11"/>
            <p:cNvSpPr>
              <a:spLocks noEditPoints="1"/>
            </p:cNvSpPr>
            <p:nvPr userDrawn="1"/>
          </p:nvSpPr>
          <p:spPr bwMode="auto">
            <a:xfrm>
              <a:off x="6664325" y="2319338"/>
              <a:ext cx="1679575" cy="1617663"/>
            </a:xfrm>
            <a:custGeom>
              <a:avLst/>
              <a:gdLst>
                <a:gd name="T0" fmla="*/ 439 w 882"/>
                <a:gd name="T1" fmla="*/ 848 h 848"/>
                <a:gd name="T2" fmla="*/ 0 w 882"/>
                <a:gd name="T3" fmla="*/ 424 h 848"/>
                <a:gd name="T4" fmla="*/ 442 w 882"/>
                <a:gd name="T5" fmla="*/ 0 h 848"/>
                <a:gd name="T6" fmla="*/ 882 w 882"/>
                <a:gd name="T7" fmla="*/ 424 h 848"/>
                <a:gd name="T8" fmla="*/ 439 w 882"/>
                <a:gd name="T9" fmla="*/ 848 h 848"/>
                <a:gd name="T10" fmla="*/ 439 w 882"/>
                <a:gd name="T11" fmla="*/ 193 h 848"/>
                <a:gd name="T12" fmla="*/ 222 w 882"/>
                <a:gd name="T13" fmla="*/ 424 h 848"/>
                <a:gd name="T14" fmla="*/ 442 w 882"/>
                <a:gd name="T15" fmla="*/ 655 h 848"/>
                <a:gd name="T16" fmla="*/ 660 w 882"/>
                <a:gd name="T17" fmla="*/ 424 h 848"/>
                <a:gd name="T18" fmla="*/ 439 w 882"/>
                <a:gd name="T19" fmla="*/ 193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2" h="848">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3633027268"/>
      </p:ext>
    </p:extLst>
  </p:cSld>
  <p:clrMap bg1="lt1" tx1="dk1" bg2="lt2" tx2="dk2" accent1="accent1" accent2="accent2" accent3="accent3" accent4="accent4" accent5="accent5" accent6="accent6" hlink="hlink" folHlink="folHlink"/>
  <p:sldLayoutIdLst>
    <p:sldLayoutId id="2147483669" r:id="rId1"/>
    <p:sldLayoutId id="2147483723" r:id="rId2"/>
    <p:sldLayoutId id="2147483670" r:id="rId3"/>
    <p:sldLayoutId id="2147483740" r:id="rId4"/>
    <p:sldLayoutId id="2147483654" r:id="rId5"/>
    <p:sldLayoutId id="2147483725" r:id="rId6"/>
    <p:sldLayoutId id="2147483738" r:id="rId7"/>
    <p:sldLayoutId id="2147483739" r:id="rId8"/>
    <p:sldLayoutId id="2147483661" r:id="rId9"/>
    <p:sldLayoutId id="2147483726" r:id="rId10"/>
    <p:sldLayoutId id="2147483673" r:id="rId11"/>
    <p:sldLayoutId id="2147483727" r:id="rId12"/>
    <p:sldLayoutId id="2147483662" r:id="rId13"/>
    <p:sldLayoutId id="2147483728" r:id="rId14"/>
    <p:sldLayoutId id="2147483736" r:id="rId15"/>
    <p:sldLayoutId id="2147483737" r:id="rId16"/>
    <p:sldLayoutId id="2147483691" r:id="rId17"/>
    <p:sldLayoutId id="2147483729" r:id="rId18"/>
    <p:sldLayoutId id="2147483692" r:id="rId19"/>
    <p:sldLayoutId id="2147483730" r:id="rId20"/>
    <p:sldLayoutId id="2147483711" r:id="rId21"/>
    <p:sldLayoutId id="2147483731" r:id="rId22"/>
    <p:sldLayoutId id="2147483722" r:id="rId23"/>
    <p:sldLayoutId id="2147483732" r:id="rId24"/>
    <p:sldLayoutId id="2147483657" r:id="rId25"/>
    <p:sldLayoutId id="2147483733" r:id="rId26"/>
    <p:sldLayoutId id="2147483659" r:id="rId27"/>
    <p:sldLayoutId id="2147483734" r:id="rId28"/>
    <p:sldLayoutId id="2147483668" r:id="rId29"/>
    <p:sldLayoutId id="2147483735" r:id="rId30"/>
  </p:sldLayoutIdLst>
  <p:transition spd="med"/>
  <p:hf hdr="0" dt="0"/>
  <p:txStyles>
    <p:titleStyle>
      <a:lvl1pPr algn="ctr" defTabSz="1218833" rtl="0" eaLnBrk="1" latinLnBrk="0" hangingPunct="1">
        <a:spcBef>
          <a:spcPct val="0"/>
        </a:spcBef>
        <a:buNone/>
        <a:defRPr sz="4300" kern="1200" cap="all" baseline="0">
          <a:solidFill>
            <a:schemeClr val="tx1"/>
          </a:solidFill>
          <a:latin typeface="Arial" pitchFamily="34" charset="0"/>
          <a:ea typeface="+mj-ea"/>
          <a:cs typeface="Arial" pitchFamily="34" charset="0"/>
        </a:defRPr>
      </a:lvl1pPr>
    </p:titleStyle>
    <p:bodyStyle>
      <a:lvl1pPr marL="457063" indent="-457063" algn="l" defTabSz="1218833" rtl="0" eaLnBrk="1" latinLnBrk="0" hangingPunct="1">
        <a:spcBef>
          <a:spcPct val="20000"/>
        </a:spcBef>
        <a:buClr>
          <a:schemeClr val="tx2"/>
        </a:buClr>
        <a:buFont typeface="Wingdings" pitchFamily="2" charset="2"/>
        <a:buChar char="§"/>
        <a:defRPr sz="4300" kern="1200">
          <a:solidFill>
            <a:schemeClr val="tx1"/>
          </a:solidFill>
          <a:latin typeface="Arial" pitchFamily="34" charset="0"/>
          <a:ea typeface="+mn-ea"/>
          <a:cs typeface="Arial" pitchFamily="34" charset="0"/>
        </a:defRPr>
      </a:lvl1pPr>
      <a:lvl2pPr marL="990302" indent="-380885" algn="l" defTabSz="1218833" rtl="0" eaLnBrk="1" latinLnBrk="0" hangingPunct="1">
        <a:spcBef>
          <a:spcPct val="20000"/>
        </a:spcBef>
        <a:buClr>
          <a:schemeClr val="tx2"/>
        </a:buClr>
        <a:buFont typeface="Wingdings" pitchFamily="2" charset="2"/>
        <a:buChar char="§"/>
        <a:defRPr sz="3700" kern="1200">
          <a:solidFill>
            <a:schemeClr val="tx1"/>
          </a:solidFill>
          <a:latin typeface="Arial" pitchFamily="34" charset="0"/>
          <a:ea typeface="+mn-ea"/>
          <a:cs typeface="Arial" pitchFamily="34" charset="0"/>
        </a:defRPr>
      </a:lvl2pPr>
      <a:lvl3pPr marL="1523541" indent="-304709" algn="l" defTabSz="1218833" rtl="0" eaLnBrk="1" latinLnBrk="0" hangingPunct="1">
        <a:spcBef>
          <a:spcPct val="20000"/>
        </a:spcBef>
        <a:buClr>
          <a:schemeClr val="tx2"/>
        </a:buClr>
        <a:buFont typeface="Wingdings" pitchFamily="2" charset="2"/>
        <a:buChar char="§"/>
        <a:defRPr sz="3199" kern="1200">
          <a:solidFill>
            <a:schemeClr val="tx1"/>
          </a:solidFill>
          <a:latin typeface="Arial" pitchFamily="34" charset="0"/>
          <a:ea typeface="+mn-ea"/>
          <a:cs typeface="Arial" pitchFamily="34" charset="0"/>
        </a:defRPr>
      </a:lvl3pPr>
      <a:lvl4pPr marL="2132958" indent="-304709" algn="l" defTabSz="1218833" rtl="0" eaLnBrk="1" latinLnBrk="0" hangingPunct="1">
        <a:spcBef>
          <a:spcPct val="20000"/>
        </a:spcBef>
        <a:buClr>
          <a:schemeClr val="tx2"/>
        </a:buClr>
        <a:buFont typeface="Wingdings" pitchFamily="2" charset="2"/>
        <a:buChar char="§"/>
        <a:defRPr sz="2700" kern="1200">
          <a:solidFill>
            <a:schemeClr val="tx1"/>
          </a:solidFill>
          <a:latin typeface="Arial" pitchFamily="34" charset="0"/>
          <a:ea typeface="+mn-ea"/>
          <a:cs typeface="Arial" pitchFamily="34" charset="0"/>
        </a:defRPr>
      </a:lvl4pPr>
      <a:lvl5pPr marL="2742374" indent="-304709" algn="l" defTabSz="1218833" rtl="0" eaLnBrk="1" latinLnBrk="0" hangingPunct="1">
        <a:spcBef>
          <a:spcPct val="20000"/>
        </a:spcBef>
        <a:buClr>
          <a:schemeClr val="tx2"/>
        </a:buClr>
        <a:buFont typeface="Wingdings" pitchFamily="2" charset="2"/>
        <a:buChar char="§"/>
        <a:defRPr sz="2700" kern="1200">
          <a:solidFill>
            <a:schemeClr val="tx1"/>
          </a:solidFill>
          <a:latin typeface="Arial" pitchFamily="34" charset="0"/>
          <a:ea typeface="+mn-ea"/>
          <a:cs typeface="Arial" pitchFamily="34" charset="0"/>
        </a:defRPr>
      </a:lvl5pPr>
      <a:lvl6pPr marL="3351790" indent="-304709" algn="l" defTabSz="1218833"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208" indent="-304709" algn="l" defTabSz="1218833"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623" indent="-304709" algn="l" defTabSz="1218833"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041" indent="-304709" algn="l" defTabSz="1218833"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833" rtl="0" eaLnBrk="1" latinLnBrk="0" hangingPunct="1">
        <a:defRPr sz="2400" kern="1200">
          <a:solidFill>
            <a:schemeClr val="tx1"/>
          </a:solidFill>
          <a:latin typeface="+mn-lt"/>
          <a:ea typeface="+mn-ea"/>
          <a:cs typeface="+mn-cs"/>
        </a:defRPr>
      </a:lvl1pPr>
      <a:lvl2pPr marL="609416" algn="l" defTabSz="1218833" rtl="0" eaLnBrk="1" latinLnBrk="0" hangingPunct="1">
        <a:defRPr sz="2400" kern="1200">
          <a:solidFill>
            <a:schemeClr val="tx1"/>
          </a:solidFill>
          <a:latin typeface="+mn-lt"/>
          <a:ea typeface="+mn-ea"/>
          <a:cs typeface="+mn-cs"/>
        </a:defRPr>
      </a:lvl2pPr>
      <a:lvl3pPr marL="1218833" algn="l" defTabSz="1218833" rtl="0" eaLnBrk="1" latinLnBrk="0" hangingPunct="1">
        <a:defRPr sz="2400" kern="1200">
          <a:solidFill>
            <a:schemeClr val="tx1"/>
          </a:solidFill>
          <a:latin typeface="+mn-lt"/>
          <a:ea typeface="+mn-ea"/>
          <a:cs typeface="+mn-cs"/>
        </a:defRPr>
      </a:lvl3pPr>
      <a:lvl4pPr marL="1828249" algn="l" defTabSz="1218833" rtl="0" eaLnBrk="1" latinLnBrk="0" hangingPunct="1">
        <a:defRPr sz="2400" kern="1200">
          <a:solidFill>
            <a:schemeClr val="tx1"/>
          </a:solidFill>
          <a:latin typeface="+mn-lt"/>
          <a:ea typeface="+mn-ea"/>
          <a:cs typeface="+mn-cs"/>
        </a:defRPr>
      </a:lvl4pPr>
      <a:lvl5pPr marL="2437665" algn="l" defTabSz="1218833" rtl="0" eaLnBrk="1" latinLnBrk="0" hangingPunct="1">
        <a:defRPr sz="2400" kern="1200">
          <a:solidFill>
            <a:schemeClr val="tx1"/>
          </a:solidFill>
          <a:latin typeface="+mn-lt"/>
          <a:ea typeface="+mn-ea"/>
          <a:cs typeface="+mn-cs"/>
        </a:defRPr>
      </a:lvl5pPr>
      <a:lvl6pPr marL="3047083" algn="l" defTabSz="1218833" rtl="0" eaLnBrk="1" latinLnBrk="0" hangingPunct="1">
        <a:defRPr sz="2400" kern="1200">
          <a:solidFill>
            <a:schemeClr val="tx1"/>
          </a:solidFill>
          <a:latin typeface="+mn-lt"/>
          <a:ea typeface="+mn-ea"/>
          <a:cs typeface="+mn-cs"/>
        </a:defRPr>
      </a:lvl6pPr>
      <a:lvl7pPr marL="3656500" algn="l" defTabSz="1218833" rtl="0" eaLnBrk="1" latinLnBrk="0" hangingPunct="1">
        <a:defRPr sz="2400" kern="1200">
          <a:solidFill>
            <a:schemeClr val="tx1"/>
          </a:solidFill>
          <a:latin typeface="+mn-lt"/>
          <a:ea typeface="+mn-ea"/>
          <a:cs typeface="+mn-cs"/>
        </a:defRPr>
      </a:lvl7pPr>
      <a:lvl8pPr marL="4265915" algn="l" defTabSz="1218833" rtl="0" eaLnBrk="1" latinLnBrk="0" hangingPunct="1">
        <a:defRPr sz="2400" kern="1200">
          <a:solidFill>
            <a:schemeClr val="tx1"/>
          </a:solidFill>
          <a:latin typeface="+mn-lt"/>
          <a:ea typeface="+mn-ea"/>
          <a:cs typeface="+mn-cs"/>
        </a:defRPr>
      </a:lvl8pPr>
      <a:lvl9pPr marL="4875333" algn="l" defTabSz="1218833"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48643" y="1228484"/>
            <a:ext cx="10055280" cy="2894768"/>
          </a:xfrm>
        </p:spPr>
        <p:txBody>
          <a:bodyPr anchor="ctr"/>
          <a:lstStyle/>
          <a:p>
            <a:pPr>
              <a:lnSpc>
                <a:spcPct val="100000"/>
              </a:lnSpc>
            </a:pPr>
            <a:r>
              <a:rPr lang="en-US" altLang="zh-CN" sz="4200" dirty="0">
                <a:latin typeface="Calibri" panose="020F0502020204030204" pitchFamily="34" charset="0"/>
                <a:cs typeface="Calibri" panose="020F0502020204030204" pitchFamily="34" charset="0"/>
              </a:rPr>
              <a:t>AI Face Algorithm Evaluation Method Design</a:t>
            </a:r>
            <a:endParaRPr lang="en-US" sz="4200" dirty="0">
              <a:latin typeface="Calibri" panose="020F0502020204030204" pitchFamily="34" charset="0"/>
              <a:cs typeface="Calibri" panose="020F0502020204030204" pitchFamily="34" charset="0"/>
            </a:endParaRPr>
          </a:p>
        </p:txBody>
      </p:sp>
      <p:sp>
        <p:nvSpPr>
          <p:cNvPr id="6" name="Subtitle 5"/>
          <p:cNvSpPr>
            <a:spLocks noGrp="1"/>
          </p:cNvSpPr>
          <p:nvPr>
            <p:ph type="subTitle" idx="1"/>
          </p:nvPr>
        </p:nvSpPr>
        <p:spPr/>
        <p:txBody>
          <a:bodyPr/>
          <a:lstStyle/>
          <a:p>
            <a:r>
              <a:rPr lang="en-US" dirty="0">
                <a:latin typeface="Calibri" panose="020F0502020204030204" pitchFamily="34" charset="0"/>
                <a:cs typeface="Calibri" panose="020F0502020204030204" pitchFamily="34" charset="0"/>
              </a:rPr>
              <a:t>Wang Tianyue  |  2022/06/20</a:t>
            </a:r>
          </a:p>
        </p:txBody>
      </p:sp>
      <p:sp>
        <p:nvSpPr>
          <p:cNvPr id="2" name="文本框 1">
            <a:extLst>
              <a:ext uri="{FF2B5EF4-FFF2-40B4-BE49-F238E27FC236}">
                <a16:creationId xmlns:a16="http://schemas.microsoft.com/office/drawing/2014/main" id="{C8685029-C141-4EE4-A06C-8D9ED9736397}"/>
              </a:ext>
            </a:extLst>
          </p:cNvPr>
          <p:cNvSpPr txBox="1"/>
          <p:nvPr/>
        </p:nvSpPr>
        <p:spPr>
          <a:xfrm>
            <a:off x="455334" y="5229407"/>
            <a:ext cx="3589240" cy="400110"/>
          </a:xfrm>
          <a:prstGeom prst="rect">
            <a:avLst/>
          </a:prstGeom>
          <a:noFill/>
        </p:spPr>
        <p:txBody>
          <a:bodyPr wrap="square" rtlCol="0">
            <a:spAutoFit/>
          </a:bodyPr>
          <a:lstStyle/>
          <a:p>
            <a:r>
              <a:rPr lang="en-US" altLang="zh-CN" sz="2000" i="1" dirty="0">
                <a:latin typeface="Calibri" panose="020F0502020204030204" pitchFamily="34" charset="0"/>
                <a:cs typeface="Calibri" panose="020F0502020204030204" pitchFamily="34" charset="0"/>
              </a:rPr>
              <a:t>AI &amp; PCIE Validation Team</a:t>
            </a:r>
            <a:endParaRPr lang="zh-CN" altLang="en-US" sz="20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6393441"/>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4">
            <a:extLst>
              <a:ext uri="{FF2B5EF4-FFF2-40B4-BE49-F238E27FC236}">
                <a16:creationId xmlns:a16="http://schemas.microsoft.com/office/drawing/2014/main" id="{6D441496-E4B8-5182-AEFA-687525EE8477}"/>
              </a:ext>
            </a:extLst>
          </p:cNvPr>
          <p:cNvSpPr>
            <a:spLocks noGrp="1"/>
          </p:cNvSpPr>
          <p:nvPr>
            <p:ph type="sldNum" sz="quarter" idx="4"/>
          </p:nvPr>
        </p:nvSpPr>
        <p:spPr>
          <a:xfrm>
            <a:off x="11801867" y="6331254"/>
            <a:ext cx="438912" cy="155448"/>
          </a:xfrm>
        </p:spPr>
        <p:txBody>
          <a:bodyPr/>
          <a:lstStyle/>
          <a:p>
            <a:pPr>
              <a:spcAft>
                <a:spcPts val="600"/>
              </a:spcAft>
            </a:pPr>
            <a:fld id="{6D22F896-40B5-4ADD-8801-0D06FADFA095}" type="slidenum">
              <a:rPr lang="en-US" smtClean="0"/>
              <a:pPr>
                <a:spcAft>
                  <a:spcPts val="600"/>
                </a:spcAft>
              </a:pPr>
              <a:t>2</a:t>
            </a:fld>
            <a:endParaRPr lang="en-US"/>
          </a:p>
        </p:txBody>
      </p:sp>
      <p:graphicFrame>
        <p:nvGraphicFramePr>
          <p:cNvPr id="3" name="表格 2">
            <a:extLst>
              <a:ext uri="{FF2B5EF4-FFF2-40B4-BE49-F238E27FC236}">
                <a16:creationId xmlns:a16="http://schemas.microsoft.com/office/drawing/2014/main" id="{E08B6333-22EE-4D36-9505-7575A474FD96}"/>
              </a:ext>
            </a:extLst>
          </p:cNvPr>
          <p:cNvGraphicFramePr>
            <a:graphicFrameLocks noGrp="1"/>
          </p:cNvGraphicFramePr>
          <p:nvPr>
            <p:extLst>
              <p:ext uri="{D42A27DB-BD31-4B8C-83A1-F6EECF244321}">
                <p14:modId xmlns:p14="http://schemas.microsoft.com/office/powerpoint/2010/main" val="2850945518"/>
              </p:ext>
            </p:extLst>
          </p:nvPr>
        </p:nvGraphicFramePr>
        <p:xfrm>
          <a:off x="1057793" y="708108"/>
          <a:ext cx="11006051" cy="3836628"/>
        </p:xfrm>
        <a:graphic>
          <a:graphicData uri="http://schemas.openxmlformats.org/drawingml/2006/table">
            <a:tbl>
              <a:tblPr firstRow="1" bandRow="1">
                <a:tableStyleId>{5C22544A-7EE6-4342-B048-85BDC9FD1C3A}</a:tableStyleId>
              </a:tblPr>
              <a:tblGrid>
                <a:gridCol w="1795397">
                  <a:extLst>
                    <a:ext uri="{9D8B030D-6E8A-4147-A177-3AD203B41FA5}">
                      <a16:colId xmlns:a16="http://schemas.microsoft.com/office/drawing/2014/main" val="3891719804"/>
                    </a:ext>
                  </a:extLst>
                </a:gridCol>
                <a:gridCol w="3146220">
                  <a:extLst>
                    <a:ext uri="{9D8B030D-6E8A-4147-A177-3AD203B41FA5}">
                      <a16:colId xmlns:a16="http://schemas.microsoft.com/office/drawing/2014/main" val="1065203809"/>
                    </a:ext>
                  </a:extLst>
                </a:gridCol>
                <a:gridCol w="4104639">
                  <a:extLst>
                    <a:ext uri="{9D8B030D-6E8A-4147-A177-3AD203B41FA5}">
                      <a16:colId xmlns:a16="http://schemas.microsoft.com/office/drawing/2014/main" val="576792207"/>
                    </a:ext>
                  </a:extLst>
                </a:gridCol>
                <a:gridCol w="1959795">
                  <a:extLst>
                    <a:ext uri="{9D8B030D-6E8A-4147-A177-3AD203B41FA5}">
                      <a16:colId xmlns:a16="http://schemas.microsoft.com/office/drawing/2014/main" val="2799411678"/>
                    </a:ext>
                  </a:extLst>
                </a:gridCol>
              </a:tblGrid>
              <a:tr h="213146">
                <a:tc>
                  <a:txBody>
                    <a:bodyPr/>
                    <a:lstStyle/>
                    <a:p>
                      <a:pPr algn="ctr" rtl="0" fontAlgn="ctr"/>
                      <a:r>
                        <a:rPr lang="en-US" sz="1100" u="none" strike="noStrike" dirty="0">
                          <a:effectLst/>
                        </a:rPr>
                        <a:t>Variable</a:t>
                      </a:r>
                      <a:endParaRPr lang="en-US" sz="1100" b="1" i="0" u="none" strike="noStrike" dirty="0">
                        <a:solidFill>
                          <a:srgbClr val="FFFFFF"/>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100" u="none" strike="noStrike">
                          <a:effectLst/>
                        </a:rPr>
                        <a:t>Matrices</a:t>
                      </a:r>
                      <a:endParaRPr lang="en-US" sz="1100" b="1" i="0" u="none" strike="noStrike">
                        <a:solidFill>
                          <a:srgbClr val="FFFFFF"/>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100" u="none" strike="noStrike">
                          <a:effectLst/>
                        </a:rPr>
                        <a:t>Description</a:t>
                      </a:r>
                      <a:endParaRPr lang="en-US" sz="1100" b="1" i="0" u="none" strike="noStrike">
                        <a:solidFill>
                          <a:srgbClr val="FFFFFF"/>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100" u="none" strike="noStrike">
                          <a:effectLst/>
                        </a:rPr>
                        <a:t>Data rate</a:t>
                      </a:r>
                      <a:endParaRPr lang="en-US" sz="1100" b="1" i="0" u="none" strike="noStrike">
                        <a:solidFill>
                          <a:srgbClr val="FFFFFF"/>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4097832104"/>
                  </a:ext>
                </a:extLst>
              </a:tr>
              <a:tr h="213146">
                <a:tc rowSpan="3">
                  <a:txBody>
                    <a:bodyPr/>
                    <a:lstStyle/>
                    <a:p>
                      <a:pPr algn="ctr" rtl="0" fontAlgn="ctr"/>
                      <a:r>
                        <a:rPr lang="en-US" sz="1000" u="none" strike="noStrike" dirty="0">
                          <a:effectLst/>
                        </a:rPr>
                        <a:t>Pitch</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Up</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a:effectLst/>
                        </a:rPr>
                        <a:t>α move between 0 to -15</a:t>
                      </a:r>
                      <a:endParaRPr lang="en-US" sz="1000" b="0" i="0" u="none" strike="noStrike">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50%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1493686626"/>
                  </a:ext>
                </a:extLst>
              </a:tr>
              <a:tr h="213146">
                <a:tc vMerge="1">
                  <a:txBody>
                    <a:bodyPr/>
                    <a:lstStyle/>
                    <a:p>
                      <a:endParaRPr lang="zh-CN" altLang="en-US"/>
                    </a:p>
                  </a:txBody>
                  <a:tcPr/>
                </a:tc>
                <a:tc>
                  <a:txBody>
                    <a:bodyPr/>
                    <a:lstStyle/>
                    <a:p>
                      <a:pPr algn="ctr" rtl="0" fontAlgn="ctr"/>
                      <a:r>
                        <a:rPr lang="en-US" sz="1000" u="none" strike="noStrike" dirty="0">
                          <a:effectLst/>
                        </a:rPr>
                        <a:t>Forward</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a:effectLst/>
                        </a:rPr>
                        <a:t>Do not move</a:t>
                      </a:r>
                      <a:endParaRPr lang="en-US" sz="1000" b="0" i="0" u="none" strike="noStrike">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1785978547"/>
                  </a:ext>
                </a:extLst>
              </a:tr>
              <a:tr h="213146">
                <a:tc vMerge="1">
                  <a:txBody>
                    <a:bodyPr/>
                    <a:lstStyle/>
                    <a:p>
                      <a:endParaRPr lang="zh-CN" altLang="en-US"/>
                    </a:p>
                  </a:txBody>
                  <a:tcPr/>
                </a:tc>
                <a:tc>
                  <a:txBody>
                    <a:bodyPr/>
                    <a:lstStyle/>
                    <a:p>
                      <a:pPr algn="ctr" rtl="0" fontAlgn="ctr"/>
                      <a:r>
                        <a:rPr lang="en-US" sz="1000" u="none" strike="noStrike" dirty="0">
                          <a:effectLst/>
                        </a:rPr>
                        <a:t>Down</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α move between 0 to 15</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50%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3085066777"/>
                  </a:ext>
                </a:extLst>
              </a:tr>
              <a:tr h="213146">
                <a:tc rowSpan="3">
                  <a:txBody>
                    <a:bodyPr/>
                    <a:lstStyle/>
                    <a:p>
                      <a:pPr algn="ctr" rtl="0" fontAlgn="ctr"/>
                      <a:r>
                        <a:rPr lang="en-US" sz="1000" u="none" strike="noStrike" dirty="0">
                          <a:effectLst/>
                        </a:rPr>
                        <a:t>Yaw</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Left</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β move between 0 to -15</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50%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2879236225"/>
                  </a:ext>
                </a:extLst>
              </a:tr>
              <a:tr h="213146">
                <a:tc vMerge="1">
                  <a:txBody>
                    <a:bodyPr/>
                    <a:lstStyle/>
                    <a:p>
                      <a:endParaRPr lang="zh-CN" altLang="en-US"/>
                    </a:p>
                  </a:txBody>
                  <a:tcPr/>
                </a:tc>
                <a:tc>
                  <a:txBody>
                    <a:bodyPr/>
                    <a:lstStyle/>
                    <a:p>
                      <a:pPr algn="ctr" rtl="0" fontAlgn="ctr"/>
                      <a:r>
                        <a:rPr lang="en-US" sz="1000" u="none" strike="noStrike" dirty="0">
                          <a:effectLst/>
                        </a:rPr>
                        <a:t>Forward</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Do not move</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2228253449"/>
                  </a:ext>
                </a:extLst>
              </a:tr>
              <a:tr h="213146">
                <a:tc vMerge="1">
                  <a:txBody>
                    <a:bodyPr/>
                    <a:lstStyle/>
                    <a:p>
                      <a:endParaRPr lang="zh-CN" altLang="en-US"/>
                    </a:p>
                  </a:txBody>
                  <a:tcPr/>
                </a:tc>
                <a:tc>
                  <a:txBody>
                    <a:bodyPr/>
                    <a:lstStyle/>
                    <a:p>
                      <a:pPr algn="ctr" rtl="0" fontAlgn="ctr"/>
                      <a:r>
                        <a:rPr lang="en-US" sz="1000" u="none" strike="noStrike" dirty="0">
                          <a:effectLst/>
                        </a:rPr>
                        <a:t>Right</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a:effectLst/>
                        </a:rPr>
                        <a:t>β move between 0 to 15</a:t>
                      </a:r>
                      <a:endParaRPr lang="en-US" sz="1000" b="0" i="0" u="none" strike="noStrike">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50%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4139704103"/>
                  </a:ext>
                </a:extLst>
              </a:tr>
              <a:tr h="213146">
                <a:tc rowSpan="3">
                  <a:txBody>
                    <a:bodyPr/>
                    <a:lstStyle/>
                    <a:p>
                      <a:pPr algn="ctr" rtl="0" fontAlgn="ctr"/>
                      <a:r>
                        <a:rPr lang="en-US" sz="1000" u="none" strike="noStrike" dirty="0">
                          <a:effectLst/>
                        </a:rPr>
                        <a:t>Roll</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Clockwise</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a:effectLst/>
                        </a:rPr>
                        <a:t>γ move between 0 to -15</a:t>
                      </a:r>
                      <a:endParaRPr lang="en-US" sz="1000" b="0" i="0" u="none" strike="noStrike">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50%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409825502"/>
                  </a:ext>
                </a:extLst>
              </a:tr>
              <a:tr h="213146">
                <a:tc vMerge="1">
                  <a:txBody>
                    <a:bodyPr/>
                    <a:lstStyle/>
                    <a:p>
                      <a:endParaRPr lang="zh-CN" altLang="en-US"/>
                    </a:p>
                  </a:txBody>
                  <a:tcPr/>
                </a:tc>
                <a:tc>
                  <a:txBody>
                    <a:bodyPr/>
                    <a:lstStyle/>
                    <a:p>
                      <a:pPr algn="ctr" rtl="0" fontAlgn="ctr"/>
                      <a:r>
                        <a:rPr lang="en-US" sz="1000" b="0" i="0" u="none" strike="noStrike" dirty="0">
                          <a:solidFill>
                            <a:srgbClr val="000000"/>
                          </a:solidFill>
                          <a:effectLst/>
                          <a:latin typeface="Arial" panose="020B0604020202020204" pitchFamily="34" charset="0"/>
                          <a:ea typeface="等线" panose="02010600030101010101" pitchFamily="2" charset="-122"/>
                        </a:rPr>
                        <a:t>Steady</a:t>
                      </a:r>
                    </a:p>
                  </a:txBody>
                  <a:tcPr marL="4161" marR="4161" marT="4161" marB="0" anchor="ctr"/>
                </a:tc>
                <a:tc>
                  <a:txBody>
                    <a:bodyPr/>
                    <a:lstStyle/>
                    <a:p>
                      <a:pPr algn="ctr" rtl="0" fontAlgn="ctr"/>
                      <a:r>
                        <a:rPr lang="en-US" sz="1000" u="none" strike="noStrike" dirty="0">
                          <a:effectLst/>
                        </a:rPr>
                        <a:t>Do not move</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3335981659"/>
                  </a:ext>
                </a:extLst>
              </a:tr>
              <a:tr h="213146">
                <a:tc vMerge="1">
                  <a:txBody>
                    <a:bodyPr/>
                    <a:lstStyle/>
                    <a:p>
                      <a:endParaRPr lang="zh-CN" altLang="en-US"/>
                    </a:p>
                  </a:txBody>
                  <a:tcPr/>
                </a:tc>
                <a:tc>
                  <a:txBody>
                    <a:bodyPr/>
                    <a:lstStyle/>
                    <a:p>
                      <a:pPr algn="ctr" rtl="0" fontAlgn="ctr"/>
                      <a:r>
                        <a:rPr lang="en-US" sz="1000" u="none" strike="noStrike" dirty="0">
                          <a:effectLst/>
                        </a:rPr>
                        <a:t>Counterclockwise</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γ move between 0 to 15</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50%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3666316661"/>
                  </a:ext>
                </a:extLst>
              </a:tr>
              <a:tr h="426292">
                <a:tc>
                  <a:txBody>
                    <a:bodyPr/>
                    <a:lstStyle/>
                    <a:p>
                      <a:pPr algn="ctr" rtl="0" fontAlgn="ctr"/>
                      <a:r>
                        <a:rPr lang="en-US" sz="1000" u="none" strike="noStrike" dirty="0">
                          <a:effectLst/>
                        </a:rPr>
                        <a:t>Mouth</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Close &amp; Open</a:t>
                      </a:r>
                    </a:p>
                  </a:txBody>
                  <a:tcPr marL="4161" marR="4161" marT="4161" marB="0" anchor="ctr"/>
                </a:tc>
                <a:tc>
                  <a:txBody>
                    <a:bodyPr/>
                    <a:lstStyle/>
                    <a:p>
                      <a:pPr algn="ctr" rtl="0" fontAlgn="ctr"/>
                      <a:r>
                        <a:rPr lang="en-US" sz="1000" b="0" i="0" u="none" strike="noStrike" dirty="0">
                          <a:solidFill>
                            <a:srgbClr val="000000"/>
                          </a:solidFill>
                          <a:effectLst/>
                          <a:latin typeface="Arial" panose="020B0604020202020204" pitchFamily="34" charset="0"/>
                          <a:ea typeface="等线" panose="02010600030101010101" pitchFamily="2" charset="-122"/>
                        </a:rPr>
                        <a:t>Just speak or open one’s mouth</a:t>
                      </a:r>
                    </a:p>
                  </a:txBody>
                  <a:tcPr marL="4161" marR="4161" marT="4161" marB="0" anchor="ctr"/>
                </a:tc>
                <a:tc>
                  <a:txBody>
                    <a:bodyPr/>
                    <a:lstStyle/>
                    <a:p>
                      <a:pPr algn="ctr" rtl="0" fontAlgn="ctr"/>
                      <a:r>
                        <a:rPr lang="en-US" altLang="zh-CN" sz="1000" b="0" i="0" u="none" strike="noStrike" dirty="0">
                          <a:solidFill>
                            <a:srgbClr val="000000"/>
                          </a:solidFill>
                          <a:effectLst/>
                          <a:latin typeface="Arial" panose="020B0604020202020204" pitchFamily="34" charset="0"/>
                          <a:ea typeface="等线" panose="02010600030101010101" pitchFamily="2" charset="-122"/>
                        </a:rPr>
                        <a:t>100%</a:t>
                      </a:r>
                    </a:p>
                  </a:txBody>
                  <a:tcPr marL="4161" marR="4161" marT="4161" marB="0" anchor="ctr"/>
                </a:tc>
                <a:extLst>
                  <a:ext uri="{0D108BD9-81ED-4DB2-BD59-A6C34878D82A}">
                    <a16:rowId xmlns:a16="http://schemas.microsoft.com/office/drawing/2014/main" val="3503681729"/>
                  </a:ext>
                </a:extLst>
              </a:tr>
              <a:tr h="213146">
                <a:tc rowSpan="2">
                  <a:txBody>
                    <a:bodyPr/>
                    <a:lstStyle/>
                    <a:p>
                      <a:pPr algn="ctr" rtl="0" fontAlgn="ctr"/>
                      <a:r>
                        <a:rPr lang="en-US" sz="1000" u="none" strike="noStrike" dirty="0">
                          <a:effectLst/>
                        </a:rPr>
                        <a:t>Eye</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a:effectLst/>
                        </a:rPr>
                        <a:t>Eyebrow</a:t>
                      </a:r>
                      <a:endParaRPr lang="en-US" sz="1000" b="0" i="0" u="none" strike="noStrike">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Just move</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50%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115041510"/>
                  </a:ext>
                </a:extLst>
              </a:tr>
              <a:tr h="213146">
                <a:tc vMerge="1">
                  <a:txBody>
                    <a:bodyPr/>
                    <a:lstStyle/>
                    <a:p>
                      <a:endParaRPr lang="zh-CN" altLang="en-US"/>
                    </a:p>
                  </a:txBody>
                  <a:tcPr/>
                </a:tc>
                <a:tc>
                  <a:txBody>
                    <a:bodyPr/>
                    <a:lstStyle/>
                    <a:p>
                      <a:pPr algn="ctr" rtl="0" fontAlgn="ctr"/>
                      <a:r>
                        <a:rPr lang="en-US" sz="1000" u="none" strike="noStrike">
                          <a:effectLst/>
                        </a:rPr>
                        <a:t>Eyelid</a:t>
                      </a:r>
                      <a:endParaRPr lang="en-US" sz="1000" b="0" i="0" u="none" strike="noStrike">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Just move (close or open one's eye)</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a:effectLst/>
                        </a:rPr>
                        <a:t>50%</a:t>
                      </a:r>
                      <a:endParaRPr lang="en-US" altLang="zh-CN" sz="1000" b="0" i="0" u="none" strike="noStrike">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2572484723"/>
                  </a:ext>
                </a:extLst>
              </a:tr>
              <a:tr h="213146">
                <a:tc rowSpan="4">
                  <a:txBody>
                    <a:bodyPr/>
                    <a:lstStyle/>
                    <a:p>
                      <a:pPr algn="ctr" rtl="0" fontAlgn="ctr"/>
                      <a:r>
                        <a:rPr lang="en-US" sz="1000" u="none" strike="noStrike" dirty="0">
                          <a:effectLst/>
                        </a:rPr>
                        <a:t>Light</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Weak</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a:effectLst/>
                        </a:rPr>
                        <a:t>30&lt;lux&lt;75</a:t>
                      </a:r>
                      <a:endParaRPr lang="en-US" sz="1000" b="0" i="0" u="none" strike="noStrike">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20%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2823922923"/>
                  </a:ext>
                </a:extLst>
              </a:tr>
              <a:tr h="213146">
                <a:tc vMerge="1">
                  <a:txBody>
                    <a:bodyPr/>
                    <a:lstStyle/>
                    <a:p>
                      <a:endParaRPr lang="zh-CN" altLang="en-US"/>
                    </a:p>
                  </a:txBody>
                  <a:tcPr/>
                </a:tc>
                <a:tc>
                  <a:txBody>
                    <a:bodyPr/>
                    <a:lstStyle/>
                    <a:p>
                      <a:pPr algn="ctr" rtl="0" fontAlgn="ctr"/>
                      <a:r>
                        <a:rPr lang="en-US" sz="1000" u="none" strike="noStrike" dirty="0">
                          <a:effectLst/>
                        </a:rPr>
                        <a:t>Medium</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75&lt;lux&lt;200</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40%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861434598"/>
                  </a:ext>
                </a:extLst>
              </a:tr>
              <a:tr h="213146">
                <a:tc vMerge="1">
                  <a:txBody>
                    <a:bodyPr/>
                    <a:lstStyle/>
                    <a:p>
                      <a:endParaRPr lang="zh-CN" altLang="en-US"/>
                    </a:p>
                  </a:txBody>
                  <a:tcPr/>
                </a:tc>
                <a:tc>
                  <a:txBody>
                    <a:bodyPr/>
                    <a:lstStyle/>
                    <a:p>
                      <a:pPr algn="ctr" rtl="0" fontAlgn="ctr"/>
                      <a:r>
                        <a:rPr lang="en-US" sz="1000" u="none" strike="noStrike" dirty="0">
                          <a:effectLst/>
                        </a:rPr>
                        <a:t>Strong</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200&lt;lux&lt;500</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20%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1166205090"/>
                  </a:ext>
                </a:extLst>
              </a:tr>
              <a:tr h="213146">
                <a:tc vMerge="1">
                  <a:txBody>
                    <a:bodyPr/>
                    <a:lstStyle/>
                    <a:p>
                      <a:endParaRPr lang="zh-CN" altLang="en-US"/>
                    </a:p>
                  </a:txBody>
                  <a:tcPr/>
                </a:tc>
                <a:tc>
                  <a:txBody>
                    <a:bodyPr/>
                    <a:lstStyle/>
                    <a:p>
                      <a:pPr algn="ctr" rtl="0" fontAlgn="ctr"/>
                      <a:r>
                        <a:rPr lang="en-US" sz="1000" u="none" strike="noStrike" dirty="0">
                          <a:effectLst/>
                        </a:rPr>
                        <a:t>Uneven</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sz="1000" u="none" strike="noStrike" dirty="0">
                          <a:effectLst/>
                        </a:rPr>
                        <a:t>|lux(left) – lux(right)|&gt;150</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tc>
                  <a:txBody>
                    <a:bodyPr/>
                    <a:lstStyle/>
                    <a:p>
                      <a:pPr algn="ctr" rtl="0" fontAlgn="ctr"/>
                      <a:r>
                        <a:rPr lang="en-US" altLang="zh-CN" sz="1000" u="none" strike="noStrike" dirty="0">
                          <a:effectLst/>
                        </a:rPr>
                        <a:t>20%</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1249760974"/>
                  </a:ext>
                </a:extLst>
              </a:tr>
            </a:tbl>
          </a:graphicData>
        </a:graphic>
      </p:graphicFrame>
      <p:sp>
        <p:nvSpPr>
          <p:cNvPr id="30" name="Title 4">
            <a:extLst>
              <a:ext uri="{FF2B5EF4-FFF2-40B4-BE49-F238E27FC236}">
                <a16:creationId xmlns:a16="http://schemas.microsoft.com/office/drawing/2014/main" id="{02603DCE-B2EA-43A6-BA0F-9E8EEC39594B}"/>
              </a:ext>
            </a:extLst>
          </p:cNvPr>
          <p:cNvSpPr txBox="1">
            <a:spLocks/>
          </p:cNvSpPr>
          <p:nvPr/>
        </p:nvSpPr>
        <p:spPr bwMode="gray">
          <a:xfrm>
            <a:off x="548640" y="70992"/>
            <a:ext cx="10529447" cy="637116"/>
          </a:xfrm>
          <a:prstGeom prst="rect">
            <a:avLst/>
          </a:prstGeom>
        </p:spPr>
        <p:txBody>
          <a:bodyPr wrap="square" lIns="0" tIns="0" rIns="0" bIns="0" anchor="ctr" anchorCtr="0"/>
          <a:lstStyle>
            <a:lvl1pPr marL="0" algn="l" defTabSz="1218833" rtl="0" eaLnBrk="1" latinLnBrk="0" hangingPunct="1">
              <a:lnSpc>
                <a:spcPts val="3199"/>
              </a:lnSpc>
              <a:spcBef>
                <a:spcPct val="0"/>
              </a:spcBef>
              <a:buNone/>
              <a:tabLst>
                <a:tab pos="1218833" algn="l"/>
              </a:tabLst>
              <a:defRPr lang="en-US" sz="3199" b="1" kern="1200" cap="none" spc="-150" baseline="0" dirty="0">
                <a:solidFill>
                  <a:schemeClr val="tx1"/>
                </a:solidFill>
                <a:latin typeface="Arial" pitchFamily="34" charset="0"/>
                <a:ea typeface="+mn-ea"/>
                <a:cs typeface="Arial" pitchFamily="34" charset="0"/>
              </a:defRPr>
            </a:lvl1pPr>
          </a:lstStyle>
          <a:p>
            <a:pPr>
              <a:lnSpc>
                <a:spcPct val="100000"/>
              </a:lnSpc>
            </a:pPr>
            <a:r>
              <a:rPr lang="en-US" altLang="zh-CN" sz="2800" b="0" dirty="0">
                <a:latin typeface="Calibri" panose="020F0502020204030204" pitchFamily="34" charset="0"/>
                <a:cs typeface="Calibri" panose="020F0502020204030204" pitchFamily="34" charset="0"/>
              </a:rPr>
              <a:t>AI Face Algorithm Evaluation Method Design  </a:t>
            </a:r>
            <a:r>
              <a:rPr lang="en-US" altLang="zh-CN" sz="2800" b="0" dirty="0">
                <a:solidFill>
                  <a:srgbClr val="0070C0"/>
                </a:solidFill>
                <a:latin typeface="Calibri" panose="020F0502020204030204" pitchFamily="34" charset="0"/>
                <a:cs typeface="Calibri" panose="020F0502020204030204" pitchFamily="34" charset="0"/>
              </a:rPr>
              <a:t>-Test set collection</a:t>
            </a:r>
            <a:endParaRPr lang="en-US" sz="2800" b="0" dirty="0">
              <a:solidFill>
                <a:srgbClr val="0070C0"/>
              </a:solidFill>
              <a:latin typeface="Calibri" panose="020F0502020204030204" pitchFamily="34" charset="0"/>
              <a:cs typeface="Calibri" panose="020F0502020204030204" pitchFamily="34" charset="0"/>
            </a:endParaRPr>
          </a:p>
        </p:txBody>
      </p:sp>
      <p:sp>
        <p:nvSpPr>
          <p:cNvPr id="34" name="文本框 33">
            <a:extLst>
              <a:ext uri="{FF2B5EF4-FFF2-40B4-BE49-F238E27FC236}">
                <a16:creationId xmlns:a16="http://schemas.microsoft.com/office/drawing/2014/main" id="{B002E5B3-0D27-4454-AFD4-92BE770A4C0D}"/>
              </a:ext>
            </a:extLst>
          </p:cNvPr>
          <p:cNvSpPr txBox="1"/>
          <p:nvPr/>
        </p:nvSpPr>
        <p:spPr>
          <a:xfrm>
            <a:off x="88322" y="5022748"/>
            <a:ext cx="11314888" cy="1384995"/>
          </a:xfrm>
          <a:prstGeom prst="rect">
            <a:avLst/>
          </a:prstGeom>
          <a:noFill/>
        </p:spPr>
        <p:txBody>
          <a:bodyPr wrap="square" rtlCol="0">
            <a:spAutoFit/>
          </a:bodyPr>
          <a:lstStyle/>
          <a:p>
            <a:pPr algn="just"/>
            <a:r>
              <a:rPr lang="en-US" altLang="zh-CN" sz="1050" dirty="0"/>
              <a:t>Explanation: Variable pitch, yaw, row means to evaluate the movements of head, while variable mouth, eye focus on the facial movements. The optical flow is easily affected by light condition, so different light environments are defined. Meanwhile, we measure the horizontal movement of head.</a:t>
            </a:r>
          </a:p>
          <a:p>
            <a:pPr algn="just"/>
            <a:endParaRPr lang="en-US" altLang="zh-CN" sz="1050" dirty="0"/>
          </a:p>
          <a:p>
            <a:pPr algn="just"/>
            <a:r>
              <a:rPr lang="en-US" altLang="zh-CN" sz="1050" dirty="0">
                <a:cs typeface="Calibri" panose="020F0502020204030204" pitchFamily="34" charset="0"/>
              </a:rPr>
              <a:t>The collection only use laptop camera. Use the collection tool provided by Ruifeng for saving input and output videos. Use the input video as the driving video and ground truth, several selected images can be used as source image. The evaluation will happen between the driving video and output video.</a:t>
            </a:r>
          </a:p>
          <a:p>
            <a:pPr algn="just"/>
            <a:endParaRPr lang="en-US" altLang="zh-CN" sz="1050" dirty="0">
              <a:cs typeface="Calibri" panose="020F0502020204030204" pitchFamily="34" charset="0"/>
            </a:endParaRPr>
          </a:p>
          <a:p>
            <a:pPr algn="just"/>
            <a:r>
              <a:rPr lang="en-US" altLang="zh-CN" sz="1050" dirty="0">
                <a:cs typeface="Calibri" panose="020F0502020204030204" pitchFamily="34" charset="0"/>
              </a:rPr>
              <a:t>Prepare to take 70 videos which each of them last for at least 5 seconds. Take 10 videos for one variable. Data rate 10% represents one video. It'll be better to have multiple participants for one variable. Prepare to cover at least 7 participants.</a:t>
            </a:r>
            <a:endParaRPr lang="zh-CN" altLang="en-US" sz="1050" dirty="0">
              <a:cs typeface="Calibri" panose="020F0502020204030204" pitchFamily="34" charset="0"/>
            </a:endParaRPr>
          </a:p>
        </p:txBody>
      </p:sp>
      <p:graphicFrame>
        <p:nvGraphicFramePr>
          <p:cNvPr id="2" name="表格 1">
            <a:extLst>
              <a:ext uri="{FF2B5EF4-FFF2-40B4-BE49-F238E27FC236}">
                <a16:creationId xmlns:a16="http://schemas.microsoft.com/office/drawing/2014/main" id="{5AE28E80-3A07-46E7-89E9-5850208A106E}"/>
              </a:ext>
            </a:extLst>
          </p:cNvPr>
          <p:cNvGraphicFramePr>
            <a:graphicFrameLocks noGrp="1"/>
          </p:cNvGraphicFramePr>
          <p:nvPr>
            <p:extLst>
              <p:ext uri="{D42A27DB-BD31-4B8C-83A1-F6EECF244321}">
                <p14:modId xmlns:p14="http://schemas.microsoft.com/office/powerpoint/2010/main" val="901439073"/>
              </p:ext>
            </p:extLst>
          </p:nvPr>
        </p:nvGraphicFramePr>
        <p:xfrm>
          <a:off x="140277" y="708108"/>
          <a:ext cx="934510" cy="3840687"/>
        </p:xfrm>
        <a:graphic>
          <a:graphicData uri="http://schemas.openxmlformats.org/drawingml/2006/table">
            <a:tbl>
              <a:tblPr firstRow="1" bandRow="1">
                <a:tableStyleId>{5C22544A-7EE6-4342-B048-85BDC9FD1C3A}</a:tableStyleId>
              </a:tblPr>
              <a:tblGrid>
                <a:gridCol w="934510">
                  <a:extLst>
                    <a:ext uri="{9D8B030D-6E8A-4147-A177-3AD203B41FA5}">
                      <a16:colId xmlns:a16="http://schemas.microsoft.com/office/drawing/2014/main" val="22748554"/>
                    </a:ext>
                  </a:extLst>
                </a:gridCol>
              </a:tblGrid>
              <a:tr h="214260">
                <a:tc>
                  <a:txBody>
                    <a:bodyPr/>
                    <a:lstStyle/>
                    <a:p>
                      <a:pPr algn="ctr" rtl="0" fontAlgn="ctr"/>
                      <a:r>
                        <a:rPr lang="en-US" sz="1100" b="1" u="none" strike="noStrike" dirty="0">
                          <a:solidFill>
                            <a:srgbClr val="FFFFFF"/>
                          </a:solidFill>
                          <a:effectLst/>
                        </a:rPr>
                        <a:t>Dimension</a:t>
                      </a:r>
                      <a:endParaRPr lang="en-US" sz="1100" b="1" i="0" u="none" strike="noStrike" dirty="0">
                        <a:solidFill>
                          <a:srgbClr val="FFFFFF"/>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2964618821"/>
                  </a:ext>
                </a:extLst>
              </a:tr>
              <a:tr h="1924744">
                <a:tc>
                  <a:txBody>
                    <a:bodyPr/>
                    <a:lstStyle/>
                    <a:p>
                      <a:pPr algn="ctr" rtl="0" fontAlgn="ctr"/>
                      <a:r>
                        <a:rPr lang="en-US" sz="1000" b="0" u="none" strike="noStrike" dirty="0">
                          <a:solidFill>
                            <a:srgbClr val="000000"/>
                          </a:solidFill>
                          <a:effectLst/>
                        </a:rPr>
                        <a:t>Motion transfer: angle</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3840991846"/>
                  </a:ext>
                </a:extLst>
              </a:tr>
              <a:tr h="844433">
                <a:tc>
                  <a:txBody>
                    <a:bodyPr/>
                    <a:lstStyle/>
                    <a:p>
                      <a:pPr marL="0" marR="0" lvl="0" indent="0" algn="ctr" defTabSz="1218833" rtl="0" eaLnBrk="1" fontAlgn="ctr" latinLnBrk="0" hangingPunct="1">
                        <a:lnSpc>
                          <a:spcPct val="100000"/>
                        </a:lnSpc>
                        <a:spcBef>
                          <a:spcPts val="0"/>
                        </a:spcBef>
                        <a:spcAft>
                          <a:spcPts val="0"/>
                        </a:spcAft>
                        <a:buClrTx/>
                        <a:buSzTx/>
                        <a:buFontTx/>
                        <a:buNone/>
                        <a:tabLst/>
                        <a:defRPr/>
                      </a:pPr>
                      <a:r>
                        <a:rPr lang="en-US" altLang="zh-CN" sz="1000" b="0" u="none" strike="noStrike" dirty="0">
                          <a:solidFill>
                            <a:srgbClr val="000000"/>
                          </a:solidFill>
                          <a:effectLst/>
                        </a:rPr>
                        <a:t>Expression transfer</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655774210"/>
                  </a:ext>
                </a:extLst>
              </a:tr>
              <a:tr h="857250">
                <a:tc>
                  <a:txBody>
                    <a:bodyPr/>
                    <a:lstStyle/>
                    <a:p>
                      <a:pPr algn="ctr" rtl="0" fontAlgn="ctr"/>
                      <a:r>
                        <a:rPr lang="en-US" sz="1000" b="0" u="none" strike="noStrike" dirty="0">
                          <a:solidFill>
                            <a:srgbClr val="000000"/>
                          </a:solidFill>
                          <a:effectLst/>
                        </a:rPr>
                        <a:t>Optical flow</a:t>
                      </a:r>
                      <a:endParaRPr lang="en-US"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tc>
                <a:extLst>
                  <a:ext uri="{0D108BD9-81ED-4DB2-BD59-A6C34878D82A}">
                    <a16:rowId xmlns:a16="http://schemas.microsoft.com/office/drawing/2014/main" val="1291347623"/>
                  </a:ext>
                </a:extLst>
              </a:tr>
            </a:tbl>
          </a:graphicData>
        </a:graphic>
      </p:graphicFrame>
      <p:graphicFrame>
        <p:nvGraphicFramePr>
          <p:cNvPr id="6" name="表格 5">
            <a:extLst>
              <a:ext uri="{FF2B5EF4-FFF2-40B4-BE49-F238E27FC236}">
                <a16:creationId xmlns:a16="http://schemas.microsoft.com/office/drawing/2014/main" id="{E4370756-9735-4D55-BA94-A81512BCBCA5}"/>
              </a:ext>
            </a:extLst>
          </p:cNvPr>
          <p:cNvGraphicFramePr>
            <a:graphicFrameLocks noGrp="1"/>
          </p:cNvGraphicFramePr>
          <p:nvPr>
            <p:extLst>
              <p:ext uri="{D42A27DB-BD31-4B8C-83A1-F6EECF244321}">
                <p14:modId xmlns:p14="http://schemas.microsoft.com/office/powerpoint/2010/main" val="1877775484"/>
              </p:ext>
            </p:extLst>
          </p:nvPr>
        </p:nvGraphicFramePr>
        <p:xfrm>
          <a:off x="140276" y="4548795"/>
          <a:ext cx="11923565" cy="456821"/>
        </p:xfrm>
        <a:graphic>
          <a:graphicData uri="http://schemas.openxmlformats.org/drawingml/2006/table">
            <a:tbl>
              <a:tblPr firstRow="1" bandRow="1">
                <a:tableStyleId>{5C22544A-7EE6-4342-B048-85BDC9FD1C3A}</a:tableStyleId>
              </a:tblPr>
              <a:tblGrid>
                <a:gridCol w="935183">
                  <a:extLst>
                    <a:ext uri="{9D8B030D-6E8A-4147-A177-3AD203B41FA5}">
                      <a16:colId xmlns:a16="http://schemas.microsoft.com/office/drawing/2014/main" val="3976612261"/>
                    </a:ext>
                  </a:extLst>
                </a:gridCol>
                <a:gridCol w="1776845">
                  <a:extLst>
                    <a:ext uri="{9D8B030D-6E8A-4147-A177-3AD203B41FA5}">
                      <a16:colId xmlns:a16="http://schemas.microsoft.com/office/drawing/2014/main" val="2526356170"/>
                    </a:ext>
                  </a:extLst>
                </a:gridCol>
                <a:gridCol w="3143250">
                  <a:extLst>
                    <a:ext uri="{9D8B030D-6E8A-4147-A177-3AD203B41FA5}">
                      <a16:colId xmlns:a16="http://schemas.microsoft.com/office/drawing/2014/main" val="1823553525"/>
                    </a:ext>
                  </a:extLst>
                </a:gridCol>
                <a:gridCol w="4114800">
                  <a:extLst>
                    <a:ext uri="{9D8B030D-6E8A-4147-A177-3AD203B41FA5}">
                      <a16:colId xmlns:a16="http://schemas.microsoft.com/office/drawing/2014/main" val="3739721193"/>
                    </a:ext>
                  </a:extLst>
                </a:gridCol>
                <a:gridCol w="1953487">
                  <a:extLst>
                    <a:ext uri="{9D8B030D-6E8A-4147-A177-3AD203B41FA5}">
                      <a16:colId xmlns:a16="http://schemas.microsoft.com/office/drawing/2014/main" val="3797514605"/>
                    </a:ext>
                  </a:extLst>
                </a:gridCol>
              </a:tblGrid>
              <a:tr h="238991">
                <a:tc rowSpan="2">
                  <a:txBody>
                    <a:bodyPr/>
                    <a:lstStyle/>
                    <a:p>
                      <a:pPr algn="ctr" rtl="0" fontAlgn="ctr"/>
                      <a:r>
                        <a:rPr lang="en-US" altLang="zh-CN" sz="1000" b="0" u="none" strike="noStrike" dirty="0">
                          <a:solidFill>
                            <a:srgbClr val="000000"/>
                          </a:solidFill>
                          <a:effectLst/>
                        </a:rPr>
                        <a:t>Motion transfer: horizontal</a:t>
                      </a:r>
                      <a:endParaRPr lang="en-US" altLang="zh-CN" sz="1000" b="0" i="0" u="none" strike="noStrike" dirty="0">
                        <a:solidFill>
                          <a:srgbClr val="000000"/>
                        </a:solidFill>
                        <a:effectLst/>
                        <a:latin typeface="Arial" panose="020B0604020202020204" pitchFamily="34" charset="0"/>
                        <a:ea typeface="等线" panose="02010600030101010101" pitchFamily="2" charset="-122"/>
                      </a:endParaRPr>
                    </a:p>
                  </a:txBody>
                  <a:tcPr marL="4161" marR="4161" marT="4161" marB="0" anchor="ctr">
                    <a:solidFill>
                      <a:srgbClr val="F9E7E7"/>
                    </a:solidFill>
                  </a:tcPr>
                </a:tc>
                <a:tc rowSpan="2">
                  <a:txBody>
                    <a:bodyPr/>
                    <a:lstStyle/>
                    <a:p>
                      <a:pPr marL="0" marR="0" lvl="0" indent="0" algn="ctr" defTabSz="1218833" rtl="0" eaLnBrk="1" fontAlgn="ctr" latinLnBrk="0" hangingPunct="1">
                        <a:lnSpc>
                          <a:spcPct val="100000"/>
                        </a:lnSpc>
                        <a:spcBef>
                          <a:spcPts val="0"/>
                        </a:spcBef>
                        <a:spcAft>
                          <a:spcPts val="0"/>
                        </a:spcAft>
                        <a:buClrTx/>
                        <a:buSzTx/>
                        <a:buFontTx/>
                        <a:buNone/>
                        <a:tabLst/>
                        <a:defRPr/>
                      </a:pPr>
                      <a:r>
                        <a:rPr lang="en-US" altLang="zh-CN" sz="1000" b="0" u="none" strike="noStrike" dirty="0">
                          <a:solidFill>
                            <a:schemeClr val="tx1"/>
                          </a:solidFill>
                          <a:effectLst/>
                        </a:rPr>
                        <a:t>Horizontal move</a:t>
                      </a:r>
                      <a:endParaRPr lang="en-US" altLang="zh-CN" sz="1000" b="0" i="0" u="none" strike="noStrike" dirty="0">
                        <a:solidFill>
                          <a:schemeClr val="tx1"/>
                        </a:solidFill>
                        <a:effectLst/>
                        <a:latin typeface="Arial" panose="020B0604020202020204" pitchFamily="34" charset="0"/>
                        <a:ea typeface="等线" panose="02010600030101010101" pitchFamily="2" charset="-122"/>
                      </a:endParaRPr>
                    </a:p>
                  </a:txBody>
                  <a:tcPr marL="4161" marR="4161" marT="4161" marB="0" anchor="ctr">
                    <a:solidFill>
                      <a:srgbClr val="F9E7E7"/>
                    </a:solidFill>
                  </a:tcPr>
                </a:tc>
                <a:tc>
                  <a:txBody>
                    <a:bodyPr/>
                    <a:lstStyle/>
                    <a:p>
                      <a:pPr algn="ctr" rtl="0" fontAlgn="ctr"/>
                      <a:r>
                        <a:rPr lang="en-US" altLang="zh-CN" sz="1000" b="0" i="0" u="none" strike="noStrike" dirty="0">
                          <a:solidFill>
                            <a:srgbClr val="000000"/>
                          </a:solidFill>
                          <a:effectLst/>
                          <a:latin typeface="Arial" panose="020B0604020202020204" pitchFamily="34" charset="0"/>
                          <a:ea typeface="等线" panose="02010600030101010101" pitchFamily="2" charset="-122"/>
                        </a:rPr>
                        <a:t>Left</a:t>
                      </a:r>
                    </a:p>
                  </a:txBody>
                  <a:tcPr marL="4161" marR="4161" marT="4161" marB="0" anchor="ctr">
                    <a:lnB w="12700" cap="flat" cmpd="sng" algn="ctr">
                      <a:solidFill>
                        <a:schemeClr val="bg1"/>
                      </a:solidFill>
                      <a:prstDash val="solid"/>
                      <a:round/>
                      <a:headEnd type="none" w="med" len="med"/>
                      <a:tailEnd type="none" w="med" len="med"/>
                    </a:lnB>
                    <a:solidFill>
                      <a:srgbClr val="F9E7E7"/>
                    </a:solidFill>
                  </a:tcPr>
                </a:tc>
                <a:tc>
                  <a:txBody>
                    <a:bodyPr/>
                    <a:lstStyle/>
                    <a:p>
                      <a:pPr algn="ctr" rtl="0" fontAlgn="ctr"/>
                      <a:r>
                        <a:rPr lang="en-US" altLang="zh-CN" sz="1000" b="0" i="0" u="none" strike="noStrike" dirty="0">
                          <a:solidFill>
                            <a:srgbClr val="000000"/>
                          </a:solidFill>
                          <a:effectLst/>
                          <a:latin typeface="Arial" panose="020B0604020202020204" pitchFamily="34" charset="0"/>
                          <a:ea typeface="等线" panose="02010600030101010101" pitchFamily="2" charset="-122"/>
                        </a:rPr>
                        <a:t>Head moves left horizontally</a:t>
                      </a:r>
                    </a:p>
                  </a:txBody>
                  <a:tcPr marL="4161" marR="4161" marT="4161" marB="0" anchor="ctr">
                    <a:lnB w="12700" cap="flat" cmpd="sng" algn="ctr">
                      <a:solidFill>
                        <a:schemeClr val="bg1"/>
                      </a:solidFill>
                      <a:prstDash val="solid"/>
                      <a:round/>
                      <a:headEnd type="none" w="med" len="med"/>
                      <a:tailEnd type="none" w="med" len="med"/>
                    </a:lnB>
                    <a:solidFill>
                      <a:srgbClr val="F9E7E7"/>
                    </a:solidFill>
                  </a:tcPr>
                </a:tc>
                <a:tc>
                  <a:txBody>
                    <a:bodyPr/>
                    <a:lstStyle/>
                    <a:p>
                      <a:pPr algn="ctr" rtl="0" fontAlgn="ctr"/>
                      <a:r>
                        <a:rPr lang="en-US" altLang="zh-CN" sz="1000" b="0" i="0" u="none" strike="noStrike" dirty="0">
                          <a:solidFill>
                            <a:srgbClr val="000000"/>
                          </a:solidFill>
                          <a:effectLst/>
                          <a:latin typeface="Arial" panose="020B0604020202020204" pitchFamily="34" charset="0"/>
                          <a:ea typeface="等线" panose="02010600030101010101" pitchFamily="2" charset="-122"/>
                        </a:rPr>
                        <a:t>50%</a:t>
                      </a:r>
                    </a:p>
                  </a:txBody>
                  <a:tcPr marL="4161" marR="4161" marT="4161" marB="0" anchor="ctr">
                    <a:lnB w="12700" cap="flat" cmpd="sng" algn="ctr">
                      <a:solidFill>
                        <a:schemeClr val="bg1"/>
                      </a:solidFill>
                      <a:prstDash val="solid"/>
                      <a:round/>
                      <a:headEnd type="none" w="med" len="med"/>
                      <a:tailEnd type="none" w="med" len="med"/>
                    </a:lnB>
                    <a:solidFill>
                      <a:srgbClr val="F9E7E7"/>
                    </a:solidFill>
                  </a:tcPr>
                </a:tc>
                <a:extLst>
                  <a:ext uri="{0D108BD9-81ED-4DB2-BD59-A6C34878D82A}">
                    <a16:rowId xmlns:a16="http://schemas.microsoft.com/office/drawing/2014/main" val="4258447436"/>
                  </a:ext>
                </a:extLst>
              </a:tr>
              <a:tr h="217830">
                <a:tc vMerge="1">
                  <a:txBody>
                    <a:bodyPr/>
                    <a:lstStyle/>
                    <a:p>
                      <a:endParaRPr lang="zh-CN" altLang="en-US"/>
                    </a:p>
                  </a:txBody>
                  <a:tcPr/>
                </a:tc>
                <a:tc vMerge="1">
                  <a:txBody>
                    <a:bodyPr/>
                    <a:lstStyle/>
                    <a:p>
                      <a:endParaRPr lang="zh-CN" altLang="en-US"/>
                    </a:p>
                  </a:txBody>
                  <a:tcPr/>
                </a:tc>
                <a:tc>
                  <a:txBody>
                    <a:bodyPr/>
                    <a:lstStyle/>
                    <a:p>
                      <a:pPr algn="ctr" rtl="0" fontAlgn="ctr"/>
                      <a:r>
                        <a:rPr lang="en-US" altLang="zh-CN" sz="1000" b="0" i="0" u="none" strike="noStrike" dirty="0">
                          <a:solidFill>
                            <a:srgbClr val="000000"/>
                          </a:solidFill>
                          <a:effectLst/>
                          <a:latin typeface="Arial" panose="020B0604020202020204" pitchFamily="34" charset="0"/>
                          <a:ea typeface="等线" panose="02010600030101010101" pitchFamily="2" charset="-122"/>
                        </a:rPr>
                        <a:t>Right</a:t>
                      </a:r>
                    </a:p>
                  </a:txBody>
                  <a:tcPr marL="4161" marR="4161" marT="416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7"/>
                    </a:solidFill>
                  </a:tcPr>
                </a:tc>
                <a:tc>
                  <a:txBody>
                    <a:bodyPr/>
                    <a:lstStyle/>
                    <a:p>
                      <a:pPr marL="0" marR="0" lvl="0" indent="0" algn="ctr" defTabSz="1218833" rtl="0" eaLnBrk="1" fontAlgn="ctr" latinLnBrk="0" hangingPunct="1">
                        <a:lnSpc>
                          <a:spcPct val="100000"/>
                        </a:lnSpc>
                        <a:spcBef>
                          <a:spcPts val="0"/>
                        </a:spcBef>
                        <a:spcAft>
                          <a:spcPts val="0"/>
                        </a:spcAft>
                        <a:buClrTx/>
                        <a:buSzTx/>
                        <a:buFontTx/>
                        <a:buNone/>
                        <a:tabLst/>
                        <a:defRPr/>
                      </a:pPr>
                      <a:r>
                        <a:rPr lang="en-US" altLang="zh-CN" sz="1000" b="0" i="0" u="none" strike="noStrike" dirty="0">
                          <a:solidFill>
                            <a:srgbClr val="000000"/>
                          </a:solidFill>
                          <a:effectLst/>
                          <a:latin typeface="Arial" panose="020B0604020202020204" pitchFamily="34" charset="0"/>
                          <a:ea typeface="等线" panose="02010600030101010101" pitchFamily="2" charset="-122"/>
                        </a:rPr>
                        <a:t>Head moves right horizontally</a:t>
                      </a:r>
                    </a:p>
                  </a:txBody>
                  <a:tcPr marL="4161" marR="4161" marT="416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7"/>
                    </a:solidFill>
                  </a:tcPr>
                </a:tc>
                <a:tc>
                  <a:txBody>
                    <a:bodyPr/>
                    <a:lstStyle/>
                    <a:p>
                      <a:pPr algn="ctr" rtl="0" fontAlgn="ctr"/>
                      <a:r>
                        <a:rPr lang="en-US" altLang="zh-CN" sz="1000" b="0" i="0" u="none" strike="noStrike" dirty="0">
                          <a:solidFill>
                            <a:srgbClr val="000000"/>
                          </a:solidFill>
                          <a:effectLst/>
                          <a:latin typeface="Arial" panose="020B0604020202020204" pitchFamily="34" charset="0"/>
                          <a:ea typeface="等线" panose="02010600030101010101" pitchFamily="2" charset="-122"/>
                        </a:rPr>
                        <a:t>50%</a:t>
                      </a:r>
                    </a:p>
                  </a:txBody>
                  <a:tcPr marL="4161" marR="4161" marT="416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9E7E7"/>
                    </a:solidFill>
                  </a:tcPr>
                </a:tc>
                <a:extLst>
                  <a:ext uri="{0D108BD9-81ED-4DB2-BD59-A6C34878D82A}">
                    <a16:rowId xmlns:a16="http://schemas.microsoft.com/office/drawing/2014/main" val="1939300643"/>
                  </a:ext>
                </a:extLst>
              </a:tr>
            </a:tbl>
          </a:graphicData>
        </a:graphic>
      </p:graphicFrame>
    </p:spTree>
    <p:extLst>
      <p:ext uri="{BB962C8B-B14F-4D97-AF65-F5344CB8AC3E}">
        <p14:creationId xmlns:p14="http://schemas.microsoft.com/office/powerpoint/2010/main" val="44660376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48918638"/>
      </p:ext>
    </p:extLst>
  </p:cSld>
  <p:clrMapOvr>
    <a:masterClrMapping/>
  </p:clrMapOvr>
  <p:transition spd="med"/>
</p:sld>
</file>

<file path=ppt/theme/theme1.xml><?xml version="1.0" encoding="utf-8"?>
<a:theme xmlns:a="http://schemas.openxmlformats.org/drawingml/2006/main" name="Lenovo Master">
  <a:themeElements>
    <a:clrScheme name="Lenovo Colors">
      <a:dk1>
        <a:srgbClr val="000000"/>
      </a:dk1>
      <a:lt1>
        <a:sysClr val="window" lastClr="FFFFFF"/>
      </a:lt1>
      <a:dk2>
        <a:srgbClr val="8246AF"/>
      </a:dk2>
      <a:lt2>
        <a:srgbClr val="333F48"/>
      </a:lt2>
      <a:accent1>
        <a:srgbClr val="E1140A"/>
      </a:accent1>
      <a:accent2>
        <a:srgbClr val="FF6A00"/>
      </a:accent2>
      <a:accent3>
        <a:srgbClr val="F04187"/>
      </a:accent3>
      <a:accent4>
        <a:srgbClr val="3E8DDD"/>
      </a:accent4>
      <a:accent5>
        <a:srgbClr val="46C8E1"/>
      </a:accent5>
      <a:accent6>
        <a:srgbClr val="6AC346"/>
      </a:accent6>
      <a:hlink>
        <a:srgbClr val="4AC0E0"/>
      </a:hlink>
      <a:folHlink>
        <a:srgbClr val="4AC0E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F7170"/>
        </a:solidFill>
        <a:ln>
          <a:noFill/>
        </a:ln>
      </a:spPr>
      <a:bodyPr lIns="182880" tIns="182880" rIns="182880" bIns="182880" rtlCol="0" anchor="t"/>
      <a:lstStyle>
        <a:defPPr algn="l">
          <a:defRPr sz="1600" dirty="0" err="1" smtClean="0">
            <a:solidFill>
              <a:prstClr val="white"/>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0FC5C1A49D4C946BCB0AD82E46E71E2" ma:contentTypeVersion="19" ma:contentTypeDescription="Create a new document." ma:contentTypeScope="" ma:versionID="46e23f2f46eb5398c0df77bddb6b4c24">
  <xsd:schema xmlns:xsd="http://www.w3.org/2001/XMLSchema" xmlns:xs="http://www.w3.org/2001/XMLSchema" xmlns:p="http://schemas.microsoft.com/office/2006/metadata/properties" xmlns:ns2="f05a975e-383b-436f-948a-d52c1d985cfd" xmlns:ns3="db44b47a-8072-4951-bfca-33e22eb2e439" targetNamespace="http://schemas.microsoft.com/office/2006/metadata/properties" ma:root="true" ma:fieldsID="0ab3956a7a9fd5ca1c3ae8b87376bff4" ns2:_="" ns3:_="">
    <xsd:import namespace="f05a975e-383b-436f-948a-d52c1d985cfd"/>
    <xsd:import namespace="db44b47a-8072-4951-bfca-33e22eb2e43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5a975e-383b-436f-948a-d52c1d985c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0b2ab70-381d-4de1-873d-678182fc596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b44b47a-8072-4951-bfca-33e22eb2e439"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b5b72618-d285-46db-96f3-9c8df3dff5a5}" ma:internalName="TaxCatchAll" ma:showField="CatchAllData" ma:web="db44b47a-8072-4951-bfca-33e22eb2e439">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b44b47a-8072-4951-bfca-33e22eb2e439" xsi:nil="true"/>
    <lcf76f155ced4ddcb4097134ff3c332f xmlns="f05a975e-383b-436f-948a-d52c1d985cf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B3FD0D9-1D63-420F-AE7C-633778223FB9}"/>
</file>

<file path=customXml/itemProps2.xml><?xml version="1.0" encoding="utf-8"?>
<ds:datastoreItem xmlns:ds="http://schemas.openxmlformats.org/officeDocument/2006/customXml" ds:itemID="{F8116FDD-B677-4AC3-B34E-BE73BA73BDEF}">
  <ds:schemaRefs>
    <ds:schemaRef ds:uri="http://schemas.microsoft.com/sharepoint/v3/contenttype/forms"/>
  </ds:schemaRefs>
</ds:datastoreItem>
</file>

<file path=customXml/itemProps3.xml><?xml version="1.0" encoding="utf-8"?>
<ds:datastoreItem xmlns:ds="http://schemas.openxmlformats.org/officeDocument/2006/customXml" ds:itemID="{B5D032A4-2488-417F-BCE0-8F35A823362E}">
  <ds:schemaRefs>
    <ds:schemaRef ds:uri="http://purl.org/dc/terms/"/>
    <ds:schemaRef ds:uri="http://purl.org/dc/dcmitype/"/>
    <ds:schemaRef ds:uri="http://schemas.microsoft.com/office/infopath/2007/PartnerControls"/>
    <ds:schemaRef ds:uri="http://schemas.openxmlformats.org/package/2006/metadata/core-properties"/>
    <ds:schemaRef ds:uri="http://schemas.microsoft.com/sharepoint/v3"/>
    <ds:schemaRef ds:uri="http://purl.org/dc/elements/1.1/"/>
    <ds:schemaRef ds:uri="http://schemas.microsoft.com/office/2006/documentManagement/types"/>
    <ds:schemaRef ds:uri="b888f069-4316-4301-b40e-a42e2759f60d"/>
    <ds:schemaRef ds:uri="http://www.w3.org/XML/1998/namespace"/>
    <ds:schemaRef ds:uri="fbc213cb-2322-46ee-a57c-56e57332137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17190</TotalTime>
  <Words>368</Words>
  <Application>Microsoft Office PowerPoint</Application>
  <PresentationFormat>自定义</PresentationFormat>
  <Paragraphs>82</Paragraphs>
  <Slides>3</Slides>
  <Notes>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vt:i4>
      </vt:variant>
    </vt:vector>
  </HeadingPairs>
  <TitlesOfParts>
    <vt:vector size="7" baseType="lpstr">
      <vt:lpstr>Arial</vt:lpstr>
      <vt:lpstr>Calibri</vt:lpstr>
      <vt:lpstr>Wingdings</vt:lpstr>
      <vt:lpstr>Lenovo Master</vt:lpstr>
      <vt:lpstr>AI Face Algorithm Evaluation Method Design</vt:lpstr>
      <vt:lpstr>PowerPoint 演示文稿</vt:lpstr>
      <vt:lpstr>PowerPoint 演示文稿</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LenovoTemplate-16x9_Lite_2021_Jan</dc:title>
  <dc:creator>Lenovo</dc:creator>
  <cp:lastModifiedBy>Tianyue TY19 Wang</cp:lastModifiedBy>
  <cp:revision>465</cp:revision>
  <dcterms:created xsi:type="dcterms:W3CDTF">2015-04-23T17:39:45Z</dcterms:created>
  <dcterms:modified xsi:type="dcterms:W3CDTF">2022-06-24T02:47:46Z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0x010100C0FC5C1A49D4C946BCB0AD82E46E71E2</vt:lpwstr>
  </property>
  <property fmtid="{D5CDD505-2E9C-101B-9397-08002B2CF9AE}" pid="3" name="MediaServiceImageTags">
    <vt:lpwstr/>
  </property>
</Properties>
</file>